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4" r:id="rId5"/>
    <p:sldMasterId id="2147483700" r:id="rId6"/>
    <p:sldMasterId id="2147483715" r:id="rId7"/>
  </p:sldMasterIdLst>
  <p:notesMasterIdLst>
    <p:notesMasterId r:id="rId24"/>
  </p:notesMasterIdLst>
  <p:sldIdLst>
    <p:sldId id="256" r:id="rId8"/>
    <p:sldId id="258" r:id="rId9"/>
    <p:sldId id="259" r:id="rId10"/>
    <p:sldId id="324" r:id="rId11"/>
    <p:sldId id="260" r:id="rId12"/>
    <p:sldId id="264" r:id="rId13"/>
    <p:sldId id="266" r:id="rId14"/>
    <p:sldId id="267" r:id="rId15"/>
    <p:sldId id="268" r:id="rId16"/>
    <p:sldId id="325" r:id="rId17"/>
    <p:sldId id="326" r:id="rId18"/>
    <p:sldId id="269" r:id="rId19"/>
    <p:sldId id="319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660" autoAdjust="0"/>
  </p:normalViewPr>
  <p:slideViewPr>
    <p:cSldViewPr snapToGrid="0">
      <p:cViewPr varScale="1">
        <p:scale>
          <a:sx n="107" d="100"/>
          <a:sy n="107" d="100"/>
        </p:scale>
        <p:origin x="6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Roboto Slab Light"/>
              </a:rPr>
              <a:t>Fai clic per spostare la diapositiva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it-IT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it-IT" sz="1400" b="0" strike="noStrike" spc="-1">
                <a:latin typeface="Times New Roman"/>
              </a:defRPr>
            </a:lvl1pPr>
          </a:lstStyle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it-IT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1EC02A9-D77F-4604-BA84-4A88910E391D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buNone/>
              <a:tabLst>
                <a:tab pos="0" algn="l"/>
              </a:tabLst>
            </a:pPr>
            <a:endParaRPr lang="it-IT" sz="1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it-IT" sz="1200" b="0" strike="noStrike" spc="-1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44B9AB-59E3-48C8-B09D-0514065F918E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CC36C2-6AF4-4554-A6EE-95CAAF322CF2}" type="slidenum">
              <a:rPr lang="it-IT" sz="1200" b="0" strike="noStrike" spc="-1">
                <a:latin typeface="Times New Roman"/>
              </a:rPr>
              <a:t>5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4A3901-8513-4632-BAB2-BD07E1D842B0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01B4C9-975E-497F-89BB-BF76251B8350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E43AE8-B928-4AD1-8A65-5082F9CA2E52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it-IT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87B1D40-B75E-448A-A176-911C61053B16}" type="slidenum">
              <a:rPr lang="it-IT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9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it-IT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87B1D40-B75E-448A-A176-911C61053B16}" type="slidenum">
              <a:rPr lang="it-IT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10</a:t>
            </a:fld>
            <a:endParaRPr lang="it-IT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7803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it-IT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87B1D40-B75E-448A-A176-911C61053B16}" type="slidenum">
              <a:rPr lang="it-IT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11</a:t>
            </a:fld>
            <a:endParaRPr lang="it-IT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2406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it-IT" sz="1200" b="0" strike="noStrike" spc="-1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C18B149-21E8-46F6-8658-5EC8AE7452A5}" type="slidenum">
              <a:rPr lang="it-IT" sz="1200" b="0" strike="noStrike" spc="-1">
                <a:solidFill>
                  <a:srgbClr val="000000"/>
                </a:solidFill>
                <a:latin typeface="Calibri"/>
                <a:ea typeface="+mn-ea"/>
              </a:rPr>
              <a:t>12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878E6-2E4F-449A-96FB-0FE1F92BB8F9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906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4C35D6-FF86-4C25-9967-85A2D542B250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CCCC63-3698-4725-B5F1-F5BB9694E6DD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3" y="744538"/>
            <a:ext cx="6613525" cy="37211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it-IT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A3ED07-DAC8-4EB6-ACFF-7A244357D68D}" type="slidenum">
              <a:rPr lang="it-IT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lang="it-IT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94560" y="1320480"/>
            <a:ext cx="1127700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1127700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93480" y="478800"/>
            <a:ext cx="11279520" cy="297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17292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394560" y="383364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17292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20732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044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39456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20732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044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394560" y="1320480"/>
            <a:ext cx="1127700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1127700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393480" y="478800"/>
            <a:ext cx="11279520" cy="297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17292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94560" y="3833640"/>
            <a:ext cx="1127700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172920" y="132048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39456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172920" y="3833640"/>
            <a:ext cx="5502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39456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20732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0440" y="132048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39456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20732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0440" y="3833640"/>
            <a:ext cx="3630960" cy="229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3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">
    <p:bg>
      <p:bgPr>
        <a:gradFill flip="none" rotWithShape="1">
          <a:gsLst>
            <a:gs pos="28000">
              <a:schemeClr val="tx2"/>
            </a:gs>
            <a:gs pos="100000">
              <a:schemeClr val="tx2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871EEFF-4A64-4A07-82EB-76B0D75E7E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BCE7B1-BAF0-45BC-9151-76F22D8D8B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950550" cy="13900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CCCBC7A-A78F-40BC-BF47-2EC036F625CA}"/>
              </a:ext>
            </a:extLst>
          </p:cNvPr>
          <p:cNvSpPr txBox="1"/>
          <p:nvPr userDrawn="1"/>
        </p:nvSpPr>
        <p:spPr>
          <a:xfrm>
            <a:off x="6976639" y="6305137"/>
            <a:ext cx="4700588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algn="r"/>
            <a:endParaRPr lang="it-IT" sz="1100" dirty="0">
              <a:solidFill>
                <a:schemeClr val="bg1"/>
              </a:solidFill>
              <a:latin typeface="+mj-lt"/>
            </a:endParaRPr>
          </a:p>
          <a:p>
            <a:pPr algn="r"/>
            <a:r>
              <a:rPr lang="it-IT" sz="1100" dirty="0">
                <a:solidFill>
                  <a:schemeClr val="bg1"/>
                </a:solidFill>
                <a:latin typeface="+mj-lt"/>
              </a:rPr>
              <a:t>Language Center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DD9F67F-8068-4F66-B1BD-6B745790F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027" y="3158783"/>
            <a:ext cx="10363200" cy="347531"/>
          </a:xfrm>
        </p:spPr>
        <p:txBody>
          <a:bodyPr lIns="0" tIns="0" rIns="0" bIns="0" anchor="b" anchorCtr="0">
            <a:spAutoFit/>
          </a:bodyPr>
          <a:lstStyle>
            <a:lvl1pPr algn="r">
              <a:lnSpc>
                <a:spcPts val="2700"/>
              </a:lnSpc>
              <a:defRPr sz="2400" b="1" i="0" cap="all" spc="10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71FA57D-B0DE-47AD-A7DE-C82763513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951" y="3701535"/>
            <a:ext cx="8534400" cy="276999"/>
          </a:xfrm>
        </p:spPr>
        <p:txBody>
          <a:bodyPr lIns="0" tIns="0" rIns="0" bIns="0">
            <a:sp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Segnaposto testo 5">
            <a:extLst>
              <a:ext uri="{FF2B5EF4-FFF2-40B4-BE49-F238E27FC236}">
                <a16:creationId xmlns:a16="http://schemas.microsoft.com/office/drawing/2014/main" id="{26B5AE6A-18B1-4BDE-8544-2E5CB32797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5951" y="434816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6" name="Segnaposto testo 5">
            <a:extLst>
              <a:ext uri="{FF2B5EF4-FFF2-40B4-BE49-F238E27FC236}">
                <a16:creationId xmlns:a16="http://schemas.microsoft.com/office/drawing/2014/main" id="{75BD8A9D-3187-4319-BB03-A375F8634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651" y="481062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1400" b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7386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0A7EDD4E-8B59-43B8-8B62-037207AE95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027" y="3158783"/>
            <a:ext cx="10363200" cy="347531"/>
          </a:xfrm>
        </p:spPr>
        <p:txBody>
          <a:bodyPr lIns="0" tIns="0" rIns="0" bIns="0" anchor="b" anchorCtr="0">
            <a:spAutoFit/>
          </a:bodyPr>
          <a:lstStyle>
            <a:lvl1pPr algn="r">
              <a:lnSpc>
                <a:spcPts val="2700"/>
              </a:lnSpc>
              <a:defRPr sz="2400" b="1" i="0" cap="all" spc="100">
                <a:solidFill>
                  <a:srgbClr val="0046AD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5951" y="3701535"/>
            <a:ext cx="8534400" cy="276999"/>
          </a:xfrm>
        </p:spPr>
        <p:txBody>
          <a:bodyPr lIns="0" tIns="0" rIns="0" bIns="0">
            <a:spAutoFit/>
          </a:bodyPr>
          <a:lstStyle>
            <a:lvl1pPr marL="0" indent="0" algn="r">
              <a:buNone/>
              <a:defRPr sz="1800" b="0" i="0">
                <a:solidFill>
                  <a:srgbClr val="0046AD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36249201-AEA5-408F-BDF8-C361EFDA41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5951" y="434816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752BD6B1-1178-4B55-8F83-6ED9FB988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651" y="481062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1400" b="0"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C382AF3-8BFA-4C25-A877-A0EEDBEC7E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8693" y="6220058"/>
            <a:ext cx="3168000" cy="50898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BAD2C4F-7872-48A3-9C35-F01A1F86EF4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907875" cy="14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0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(no B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573" y="1320621"/>
            <a:ext cx="11277473" cy="4811238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None/>
              <a:defRPr sz="2000"/>
            </a:lvl1pPr>
            <a:lvl2pPr marL="539750" indent="-257175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2pPr>
            <a:lvl3pPr marL="984250" indent="-228600">
              <a:lnSpc>
                <a:spcPct val="114000"/>
              </a:lnSpc>
              <a:spcAft>
                <a:spcPts val="1200"/>
              </a:spcAft>
              <a:defRPr sz="2000"/>
            </a:lvl3pPr>
            <a:lvl4pPr marL="1524000" indent="-24130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4pPr>
            <a:lvl5pPr marL="2157413" indent="-322263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428BC46B-39A6-46B7-9C6E-D472DA58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9938AB7-8517-75CE-4B2E-7863A71F6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20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(B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573" y="1320621"/>
            <a:ext cx="11277473" cy="4811238"/>
          </a:xfrm>
        </p:spPr>
        <p:txBody>
          <a:bodyPr wrap="square" lIns="0" tIns="0" rIns="0" bIns="0">
            <a:normAutofit/>
          </a:bodyPr>
          <a:lstStyle>
            <a:lvl1pPr marL="268288" indent="-268288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1pPr>
            <a:lvl2pPr marL="620713" indent="-255588">
              <a:lnSpc>
                <a:spcPct val="114000"/>
              </a:lnSpc>
              <a:spcAft>
                <a:spcPts val="1200"/>
              </a:spcAft>
              <a:buFont typeface="Roboto Slab Light" pitchFamily="2" charset="0"/>
              <a:buChar char="-"/>
              <a:defRPr sz="2000"/>
            </a:lvl2pPr>
            <a:lvl3pPr marL="1077913" indent="-228600">
              <a:lnSpc>
                <a:spcPct val="114000"/>
              </a:lnSpc>
              <a:spcAft>
                <a:spcPts val="1200"/>
              </a:spcAft>
              <a:defRPr sz="2000"/>
            </a:lvl3pPr>
            <a:lvl4pPr marL="1617663" indent="-24130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4pPr>
            <a:lvl5pPr marL="2157413" indent="-322263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31539627-DB4B-41D9-8483-5CA9BFF7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93064D1-6EAB-0E39-2CFA-B80FC472D7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37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4033" y="575413"/>
            <a:ext cx="10112184" cy="463802"/>
          </a:xfrm>
        </p:spPr>
        <p:txBody>
          <a:bodyPr anchor="t" anchorCtr="0"/>
          <a:lstStyle>
            <a:lvl1pPr>
              <a:lnSpc>
                <a:spcPts val="3500"/>
              </a:lnSpc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944033" y="1093617"/>
            <a:ext cx="10112184" cy="380229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2pPr>
            <a:lvl3pPr marL="8509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3pPr>
            <a:lvl4pPr marL="13716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4pPr>
            <a:lvl5pPr marL="18288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it-IT" dirty="0"/>
              <a:t>CLICK TO EDIT SUBTITLE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944033" y="1718147"/>
            <a:ext cx="4133851" cy="2308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500" b="1">
                <a:solidFill>
                  <a:schemeClr val="tx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PARAGRAPH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1473CE8-00E1-4292-8585-32A05D8C5A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0385" y="2290461"/>
            <a:ext cx="10111316" cy="3699177"/>
          </a:xfrm>
        </p:spPr>
        <p:txBody>
          <a:bodyPr>
            <a:normAutofit/>
          </a:bodyPr>
          <a:lstStyle>
            <a:lvl1pPr>
              <a:spcAft>
                <a:spcPts val="1200"/>
              </a:spcAft>
              <a:defRPr sz="1600"/>
            </a:lvl1pPr>
            <a:lvl2pPr>
              <a:spcAft>
                <a:spcPts val="1200"/>
              </a:spcAft>
              <a:defRPr sz="16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600"/>
            </a:lvl4pPr>
            <a:lvl5pPr>
              <a:spcAft>
                <a:spcPts val="1200"/>
              </a:spcAft>
              <a:defRPr sz="1600"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718BD0E-FB12-8C5A-9597-3E4EEE3902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4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7529" y="1923416"/>
            <a:ext cx="10972800" cy="4065650"/>
          </a:xfrm>
        </p:spPr>
        <p:txBody>
          <a:bodyPr wrap="square" lIns="0" tIns="0" rIns="0" bIns="0">
            <a:normAutofit/>
          </a:bodyPr>
          <a:lstStyle>
            <a:lvl1pPr>
              <a:spcAft>
                <a:spcPts val="1200"/>
              </a:spcAft>
              <a:defRPr sz="1800">
                <a:solidFill>
                  <a:srgbClr val="0046AD"/>
                </a:solidFill>
                <a:latin typeface="Roboto Slab Regular"/>
                <a:cs typeface="Roboto Slab Regular"/>
              </a:defRPr>
            </a:lvl1pPr>
            <a:lvl2pPr>
              <a:spcAft>
                <a:spcPts val="1200"/>
              </a:spcAft>
              <a:defRPr sz="16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600"/>
            </a:lvl4pPr>
            <a:lvl5pPr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0" name="Segnaposto testo 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529" y="1361016"/>
            <a:ext cx="10972800" cy="230832"/>
          </a:xfrm>
        </p:spPr>
        <p:txBody>
          <a:bodyPr/>
          <a:lstStyle>
            <a:lvl1pPr marL="0" indent="0">
              <a:buNone/>
              <a:defRPr sz="1500">
                <a:latin typeface="Open Sans"/>
                <a:cs typeface="Open Sans"/>
              </a:defRPr>
            </a:lvl1pPr>
            <a:lvl2pPr marL="457200" indent="0">
              <a:buNone/>
              <a:defRPr sz="1500"/>
            </a:lvl2pPr>
            <a:lvl3pPr marL="8509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</a:lstStyle>
          <a:p>
            <a:pPr lvl="0"/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Standfirst</a:t>
            </a:r>
            <a:r>
              <a:rPr lang="it-IT" dirty="0"/>
              <a:t> text</a:t>
            </a:r>
          </a:p>
        </p:txBody>
      </p:sp>
      <p:sp>
        <p:nvSpPr>
          <p:cNvPr id="11" name="Segnaposto testo 21"/>
          <p:cNvSpPr>
            <a:spLocks noGrp="1"/>
          </p:cNvSpPr>
          <p:nvPr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BC39BE06-7B3C-47B4-AE96-43591316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7676C8F-9DB2-6FA9-B949-BF81E2D091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13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0385" y="584106"/>
            <a:ext cx="7403393" cy="912643"/>
          </a:xfrm>
        </p:spPr>
        <p:txBody>
          <a:bodyPr anchor="ctr" anchorCtr="0"/>
          <a:lstStyle>
            <a:lvl1pPr>
              <a:lnSpc>
                <a:spcPts val="3500"/>
              </a:lnSpc>
              <a:defRPr sz="3500">
                <a:solidFill>
                  <a:srgbClr val="0046AD"/>
                </a:solidFill>
              </a:defRPr>
            </a:lvl1pPr>
          </a:lstStyle>
          <a:p>
            <a:r>
              <a:rPr lang="en-US" dirty="0"/>
              <a:t>Index Layout 1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9" name="Segnaposto testo 1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4034" y="1855801"/>
            <a:ext cx="4576233" cy="4020066"/>
          </a:xfrm>
        </p:spPr>
        <p:txBody>
          <a:bodyPr/>
          <a:lstStyle>
            <a:lvl1pPr marL="0" indent="0">
              <a:buNone/>
              <a:defRPr sz="1300" b="1">
                <a:latin typeface="Open Sans"/>
                <a:cs typeface="Open Sans"/>
              </a:defRPr>
            </a:lvl1pPr>
            <a:lvl2pPr marL="93663" indent="-93663">
              <a:buFont typeface="Arial"/>
              <a:buChar char="–"/>
              <a:defRPr sz="1200"/>
            </a:lvl2pPr>
            <a:lvl3pPr marL="541338" indent="-92075">
              <a:buClr>
                <a:schemeClr val="tx2"/>
              </a:buClr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4" name="Segnaposto testo 18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529918" y="1855801"/>
            <a:ext cx="4576233" cy="4020066"/>
          </a:xfrm>
        </p:spPr>
        <p:txBody>
          <a:bodyPr/>
          <a:lstStyle>
            <a:lvl1pPr marL="0" indent="0">
              <a:buNone/>
              <a:defRPr sz="1300" b="1">
                <a:latin typeface="Open Sans"/>
                <a:cs typeface="Open Sans"/>
              </a:defRPr>
            </a:lvl1pPr>
            <a:lvl2pPr marL="93663" indent="-93663">
              <a:buFont typeface="Arial"/>
              <a:buChar char="–"/>
              <a:defRPr sz="1200"/>
            </a:lvl2pPr>
            <a:lvl3pPr marL="541338" indent="-92075">
              <a:buClr>
                <a:schemeClr val="tx2"/>
              </a:buClr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0" name="Segnaposto testo 21"/>
          <p:cNvSpPr>
            <a:spLocks noGrp="1"/>
          </p:cNvSpPr>
          <p:nvPr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CFD7512-F35D-7A35-91D2-91ED96DC1C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5885025"/>
            <a:ext cx="2090224" cy="9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8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-4234" y="277000"/>
            <a:ext cx="4395611" cy="6581000"/>
          </a:xfrm>
          <a:prstGeom prst="rect">
            <a:avLst/>
          </a:prstGeom>
          <a:solidFill>
            <a:srgbClr val="006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0385" y="584106"/>
            <a:ext cx="3226505" cy="912643"/>
          </a:xfrm>
        </p:spPr>
        <p:txBody>
          <a:bodyPr/>
          <a:lstStyle>
            <a:lvl1pPr>
              <a:lnSpc>
                <a:spcPts val="3500"/>
              </a:lnSpc>
              <a:defRPr sz="3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Index Layout 2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6" name="Segnaposto testo 15"/>
          <p:cNvSpPr>
            <a:spLocks noGrp="1"/>
          </p:cNvSpPr>
          <p:nvPr userDrawn="1">
            <p:ph type="body" sz="quarter" idx="10"/>
          </p:nvPr>
        </p:nvSpPr>
        <p:spPr>
          <a:xfrm>
            <a:off x="950384" y="3486090"/>
            <a:ext cx="3316816" cy="1162110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07467" y="1033463"/>
            <a:ext cx="6366933" cy="4880610"/>
          </a:xfrm>
        </p:spPr>
        <p:txBody>
          <a:bodyPr/>
          <a:lstStyle>
            <a:lvl1pPr marL="0" indent="0">
              <a:buNone/>
              <a:defRPr sz="1400" b="1">
                <a:latin typeface="Open Sans"/>
                <a:cs typeface="Open Sans"/>
              </a:defRPr>
            </a:lvl1pPr>
            <a:lvl2pPr marL="180975" indent="-180975">
              <a:buFont typeface="Arial"/>
              <a:buChar char="–"/>
              <a:defRPr sz="1300"/>
            </a:lvl2pPr>
            <a:lvl3pPr marL="541338" indent="-92075"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1" name="Segnaposto testo 21"/>
          <p:cNvSpPr>
            <a:spLocks noGrp="1"/>
          </p:cNvSpPr>
          <p:nvPr>
            <p:ph type="body" sz="quarter" idx="12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7B9A252-2E52-42DB-B54F-ED16C16E63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0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Blu">
    <p:bg>
      <p:bgPr>
        <a:gradFill flip="none" rotWithShape="1">
          <a:gsLst>
            <a:gs pos="28000">
              <a:schemeClr val="tx2"/>
            </a:gs>
            <a:gs pos="100000">
              <a:schemeClr val="tx2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8564" y="3042347"/>
            <a:ext cx="10363200" cy="353943"/>
          </a:xfrm>
        </p:spPr>
        <p:txBody>
          <a:bodyPr anchor="t"/>
          <a:lstStyle>
            <a:lvl1pPr algn="r">
              <a:defRPr sz="2300" b="1" cap="all" spc="1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style-divider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27151" y="1791900"/>
            <a:ext cx="10363200" cy="1231106"/>
          </a:xfr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8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0.0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F29AFF1-1C4D-4EFC-8EC4-280CA2C9BD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13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 userDrawn="1"/>
        </p:nvSpPr>
        <p:spPr>
          <a:xfrm>
            <a:off x="480000" y="360000"/>
            <a:ext cx="11232000" cy="6138000"/>
          </a:xfrm>
          <a:prstGeom prst="rect">
            <a:avLst/>
          </a:prstGeom>
          <a:solidFill>
            <a:srgbClr val="006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62605F-0A46-4F71-A519-AF41086C40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0227" y="-211675"/>
            <a:ext cx="9933277" cy="61574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7941" y="3364077"/>
            <a:ext cx="7829196" cy="1114791"/>
          </a:xfrm>
        </p:spPr>
        <p:txBody>
          <a:bodyPr anchor="t"/>
          <a:lstStyle>
            <a:lvl1pPr algn="l">
              <a:lnSpc>
                <a:spcPts val="3200"/>
              </a:lnSpc>
              <a:defRPr sz="2800" b="0" cap="none" spc="0">
                <a:solidFill>
                  <a:schemeClr val="bg1"/>
                </a:solidFill>
                <a:latin typeface="Roboto Slab Light"/>
                <a:cs typeface="Roboto Slab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14864" y="4656668"/>
            <a:ext cx="5762272" cy="246221"/>
          </a:xfrm>
        </p:spPr>
        <p:txBody>
          <a:bodyPr wrap="square" lIns="0" tIns="0" rIns="0" bIns="0" anchor="b" anchorCtr="0">
            <a:spAutoFit/>
          </a:bodyPr>
          <a:lstStyle>
            <a:lvl1pPr marL="0" indent="0" algn="r">
              <a:buNone/>
              <a:defRPr sz="160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AUTHOR | NAME SURNAME</a:t>
            </a:r>
          </a:p>
        </p:txBody>
      </p:sp>
    </p:spTree>
    <p:extLst>
      <p:ext uri="{BB962C8B-B14F-4D97-AF65-F5344CB8AC3E}">
        <p14:creationId xmlns:p14="http://schemas.microsoft.com/office/powerpoint/2010/main" val="17998844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950384" y="956140"/>
            <a:ext cx="10972800" cy="5386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it-IT" dirty="0"/>
              <a:t>Layout with Chart</a:t>
            </a:r>
          </a:p>
        </p:txBody>
      </p:sp>
      <p:sp>
        <p:nvSpPr>
          <p:cNvPr id="13" name="Rettangolo 12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14" name="Rettangolo 13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5" name="CasellaDiTesto 14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6" name="Segnaposto testo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sp>
        <p:nvSpPr>
          <p:cNvPr id="9" name="Segnaposto testo 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56734" y="1867372"/>
            <a:ext cx="10354733" cy="230832"/>
          </a:xfrm>
        </p:spPr>
        <p:txBody>
          <a:bodyPr/>
          <a:lstStyle>
            <a:lvl1pPr marL="0" indent="0">
              <a:buNone/>
              <a:defRPr sz="1500">
                <a:latin typeface="Open Sans"/>
                <a:cs typeface="Open Sans"/>
              </a:defRPr>
            </a:lvl1pPr>
            <a:lvl2pPr marL="457200" indent="0">
              <a:buNone/>
              <a:defRPr sz="1500"/>
            </a:lvl2pPr>
            <a:lvl3pPr marL="8509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</a:lstStyle>
          <a:p>
            <a:pPr lvl="0"/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Standfirst</a:t>
            </a:r>
            <a:r>
              <a:rPr lang="it-IT" dirty="0"/>
              <a:t> text</a:t>
            </a:r>
          </a:p>
        </p:txBody>
      </p:sp>
      <p:sp>
        <p:nvSpPr>
          <p:cNvPr id="17" name="Segnaposto testo 2"/>
          <p:cNvSpPr>
            <a:spLocks noGrp="1"/>
          </p:cNvSpPr>
          <p:nvPr userDrawn="1">
            <p:ph type="body" idx="1" hasCustomPrompt="1"/>
          </p:nvPr>
        </p:nvSpPr>
        <p:spPr>
          <a:xfrm>
            <a:off x="9064978" y="4503633"/>
            <a:ext cx="2153356" cy="601767"/>
          </a:xfrm>
        </p:spPr>
        <p:txBody>
          <a:bodyPr anchor="t" anchorCtr="0"/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Open Sans Semibold"/>
                <a:cs typeface="Open Sans Semi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SUBTITLE 1</a:t>
            </a:r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18" name="Segnaposto contenuto 3"/>
          <p:cNvSpPr>
            <a:spLocks noGrp="1"/>
          </p:cNvSpPr>
          <p:nvPr userDrawn="1">
            <p:ph sz="half" idx="2"/>
          </p:nvPr>
        </p:nvSpPr>
        <p:spPr>
          <a:xfrm>
            <a:off x="9064978" y="5386427"/>
            <a:ext cx="2153356" cy="553998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850900" indent="0">
              <a:buNone/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grafico 3"/>
          <p:cNvSpPr>
            <a:spLocks noGrp="1"/>
          </p:cNvSpPr>
          <p:nvPr userDrawn="1">
            <p:ph type="chart" sz="quarter" idx="14"/>
          </p:nvPr>
        </p:nvSpPr>
        <p:spPr>
          <a:xfrm>
            <a:off x="956733" y="2678113"/>
            <a:ext cx="7645400" cy="3262312"/>
          </a:xfrm>
          <a:solidFill>
            <a:srgbClr val="D9D9D9"/>
          </a:solidFill>
        </p:spPr>
        <p:txBody>
          <a:bodyPr/>
          <a:lstStyle/>
          <a:p>
            <a:endParaRPr lang="it-IT"/>
          </a:p>
        </p:txBody>
      </p:sp>
      <p:pic>
        <p:nvPicPr>
          <p:cNvPr id="5" name="Immagine 12">
            <a:extLst>
              <a:ext uri="{FF2B5EF4-FFF2-40B4-BE49-F238E27FC236}">
                <a16:creationId xmlns:a16="http://schemas.microsoft.com/office/drawing/2014/main" id="{CB698114-D5F5-C2CC-BF42-366A9E1062B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0809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E31CC53A-91E9-4F0B-8AE9-9D3F0FFF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4" name="Immagine 12">
            <a:extLst>
              <a:ext uri="{FF2B5EF4-FFF2-40B4-BE49-F238E27FC236}">
                <a16:creationId xmlns:a16="http://schemas.microsoft.com/office/drawing/2014/main" id="{92C3C18A-89EB-D4FA-C1F7-93A8139EDDE4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8478878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12">
            <a:extLst>
              <a:ext uri="{FF2B5EF4-FFF2-40B4-BE49-F238E27FC236}">
                <a16:creationId xmlns:a16="http://schemas.microsoft.com/office/drawing/2014/main" id="{236CA48A-C9B7-CF17-C1A8-6F26839CAE9D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900103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">
    <p:bg>
      <p:bgPr>
        <a:gradFill flip="none" rotWithShape="1">
          <a:gsLst>
            <a:gs pos="28000">
              <a:schemeClr val="tx2"/>
            </a:gs>
            <a:gs pos="100000">
              <a:schemeClr val="tx2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871EEFF-4A64-4A07-82EB-76B0D75E7E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BCE7B1-BAF0-45BC-9151-76F22D8D8B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950550" cy="13900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CCCBC7A-A78F-40BC-BF47-2EC036F625CA}"/>
              </a:ext>
            </a:extLst>
          </p:cNvPr>
          <p:cNvSpPr txBox="1"/>
          <p:nvPr userDrawn="1"/>
        </p:nvSpPr>
        <p:spPr>
          <a:xfrm>
            <a:off x="6976639" y="6305137"/>
            <a:ext cx="4700588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algn="r"/>
            <a:endParaRPr lang="it-IT" sz="1100" dirty="0">
              <a:solidFill>
                <a:schemeClr val="bg1"/>
              </a:solidFill>
              <a:latin typeface="+mj-lt"/>
            </a:endParaRPr>
          </a:p>
          <a:p>
            <a:pPr algn="r"/>
            <a:r>
              <a:rPr lang="it-IT" sz="1100" dirty="0">
                <a:solidFill>
                  <a:schemeClr val="bg1"/>
                </a:solidFill>
                <a:latin typeface="+mj-lt"/>
              </a:rPr>
              <a:t>Language Center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DD9F67F-8068-4F66-B1BD-6B745790F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027" y="3158783"/>
            <a:ext cx="10363200" cy="347531"/>
          </a:xfrm>
        </p:spPr>
        <p:txBody>
          <a:bodyPr lIns="0" tIns="0" rIns="0" bIns="0" anchor="b" anchorCtr="0">
            <a:spAutoFit/>
          </a:bodyPr>
          <a:lstStyle>
            <a:lvl1pPr algn="r">
              <a:lnSpc>
                <a:spcPts val="2700"/>
              </a:lnSpc>
              <a:defRPr sz="2400" b="1" i="0" cap="all" spc="10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71FA57D-B0DE-47AD-A7DE-C82763513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951" y="3701535"/>
            <a:ext cx="8534400" cy="276999"/>
          </a:xfrm>
        </p:spPr>
        <p:txBody>
          <a:bodyPr lIns="0" tIns="0" rIns="0" bIns="0">
            <a:sp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Segnaposto testo 5">
            <a:extLst>
              <a:ext uri="{FF2B5EF4-FFF2-40B4-BE49-F238E27FC236}">
                <a16:creationId xmlns:a16="http://schemas.microsoft.com/office/drawing/2014/main" id="{26B5AE6A-18B1-4BDE-8544-2E5CB32797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5951" y="434816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6" name="Segnaposto testo 5">
            <a:extLst>
              <a:ext uri="{FF2B5EF4-FFF2-40B4-BE49-F238E27FC236}">
                <a16:creationId xmlns:a16="http://schemas.microsoft.com/office/drawing/2014/main" id="{75BD8A9D-3187-4319-BB03-A375F8634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651" y="481062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1400" b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9140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027" y="3158783"/>
            <a:ext cx="10363200" cy="347531"/>
          </a:xfrm>
        </p:spPr>
        <p:txBody>
          <a:bodyPr lIns="0" tIns="0" rIns="0" bIns="0" anchor="b" anchorCtr="0">
            <a:spAutoFit/>
          </a:bodyPr>
          <a:lstStyle>
            <a:lvl1pPr algn="r">
              <a:lnSpc>
                <a:spcPts val="2700"/>
              </a:lnSpc>
              <a:defRPr sz="2400" b="1" i="0" cap="all" spc="100">
                <a:solidFill>
                  <a:srgbClr val="0046AD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5951" y="3701535"/>
            <a:ext cx="8534400" cy="276999"/>
          </a:xfrm>
        </p:spPr>
        <p:txBody>
          <a:bodyPr lIns="0" tIns="0" rIns="0" bIns="0">
            <a:spAutoFit/>
          </a:bodyPr>
          <a:lstStyle>
            <a:lvl1pPr marL="0" indent="0" algn="r">
              <a:buNone/>
              <a:defRPr sz="1800" b="0" i="0">
                <a:solidFill>
                  <a:srgbClr val="0046AD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36249201-AEA5-408F-BDF8-C361EFDA41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5951" y="434816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752BD6B1-1178-4B55-8F83-6ED9FB988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651" y="4810624"/>
            <a:ext cx="8521700" cy="387739"/>
          </a:xfrm>
        </p:spPr>
        <p:txBody>
          <a:bodyPr>
            <a:normAutofit/>
          </a:bodyPr>
          <a:lstStyle>
            <a:lvl1pPr marL="0" indent="0" algn="r">
              <a:buNone/>
              <a:defRPr sz="1400" b="0">
                <a:latin typeface="+mj-lt"/>
              </a:defRPr>
            </a:lvl1pPr>
            <a:lvl2pPr marL="457200" indent="0" algn="r">
              <a:buNone/>
              <a:defRPr/>
            </a:lvl2pPr>
            <a:lvl3pPr marL="8509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C382AF3-8BFA-4C25-A877-A0EEDBEC7E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8693" y="6220058"/>
            <a:ext cx="3168000" cy="50898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BAD2C4F-7872-48A3-9C35-F01A1F86EF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907875" cy="1475360"/>
          </a:xfrm>
          <a:prstGeom prst="rect">
            <a:avLst/>
          </a:prstGeom>
        </p:spPr>
      </p:pic>
      <p:pic>
        <p:nvPicPr>
          <p:cNvPr id="4" name="Immagine 12">
            <a:extLst>
              <a:ext uri="{FF2B5EF4-FFF2-40B4-BE49-F238E27FC236}">
                <a16:creationId xmlns:a16="http://schemas.microsoft.com/office/drawing/2014/main" id="{F2AFF93A-5D12-7643-E361-D9A15AA2D258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7704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(no B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573" y="1320621"/>
            <a:ext cx="11277473" cy="4811238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None/>
              <a:defRPr sz="2000"/>
            </a:lvl1pPr>
            <a:lvl2pPr marL="539750" indent="-257175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2pPr>
            <a:lvl3pPr marL="984250" indent="-228600">
              <a:lnSpc>
                <a:spcPct val="114000"/>
              </a:lnSpc>
              <a:spcAft>
                <a:spcPts val="1200"/>
              </a:spcAft>
              <a:defRPr sz="2000"/>
            </a:lvl3pPr>
            <a:lvl4pPr marL="1524000" indent="-24130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4pPr>
            <a:lvl5pPr marL="2157413" indent="-322263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428BC46B-39A6-46B7-9C6E-D472DA58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4" name="Immagine 12">
            <a:extLst>
              <a:ext uri="{FF2B5EF4-FFF2-40B4-BE49-F238E27FC236}">
                <a16:creationId xmlns:a16="http://schemas.microsoft.com/office/drawing/2014/main" id="{BEF5D161-520C-5D81-C2C1-52AE5BC4CD0E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850633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(B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573" y="1320621"/>
            <a:ext cx="11277473" cy="4811238"/>
          </a:xfrm>
        </p:spPr>
        <p:txBody>
          <a:bodyPr wrap="square" lIns="0" tIns="0" rIns="0" bIns="0">
            <a:normAutofit/>
          </a:bodyPr>
          <a:lstStyle>
            <a:lvl1pPr marL="268288" indent="-268288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1pPr>
            <a:lvl2pPr marL="620713" indent="-255588">
              <a:lnSpc>
                <a:spcPct val="114000"/>
              </a:lnSpc>
              <a:spcAft>
                <a:spcPts val="1200"/>
              </a:spcAft>
              <a:buFont typeface="Roboto Slab Light" pitchFamily="2" charset="0"/>
              <a:buChar char="-"/>
              <a:defRPr sz="2000"/>
            </a:lvl2pPr>
            <a:lvl3pPr marL="1077913" indent="-228600">
              <a:lnSpc>
                <a:spcPct val="114000"/>
              </a:lnSpc>
              <a:spcAft>
                <a:spcPts val="1200"/>
              </a:spcAft>
              <a:defRPr sz="2000"/>
            </a:lvl3pPr>
            <a:lvl4pPr marL="1617663" indent="-241300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/>
            </a:lvl4pPr>
            <a:lvl5pPr marL="2157413" indent="-322263">
              <a:lnSpc>
                <a:spcPct val="114000"/>
              </a:lnSpc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31539627-DB4B-41D9-8483-5CA9BFF7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pic>
        <p:nvPicPr>
          <p:cNvPr id="2" name="Immagine 12">
            <a:extLst>
              <a:ext uri="{FF2B5EF4-FFF2-40B4-BE49-F238E27FC236}">
                <a16:creationId xmlns:a16="http://schemas.microsoft.com/office/drawing/2014/main" id="{A58C4D2C-A7D8-81B9-E9A3-ADF216A671B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263324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4033" y="575413"/>
            <a:ext cx="10112184" cy="463802"/>
          </a:xfrm>
        </p:spPr>
        <p:txBody>
          <a:bodyPr anchor="t" anchorCtr="0"/>
          <a:lstStyle>
            <a:lvl1pPr>
              <a:lnSpc>
                <a:spcPts val="3500"/>
              </a:lnSpc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944033" y="1093617"/>
            <a:ext cx="10112184" cy="380229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2pPr>
            <a:lvl3pPr marL="8509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3pPr>
            <a:lvl4pPr marL="13716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4pPr>
            <a:lvl5pPr marL="1828800" indent="0">
              <a:buNone/>
              <a:defRPr sz="2400">
                <a:solidFill>
                  <a:schemeClr val="tx2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it-IT" dirty="0"/>
              <a:t>CLICK TO EDIT SUBTITLE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944033" y="1718147"/>
            <a:ext cx="4133851" cy="2308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500" b="1">
                <a:solidFill>
                  <a:schemeClr val="tx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PARAGRAPH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1473CE8-00E1-4292-8585-32A05D8C5A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0385" y="2290461"/>
            <a:ext cx="10111316" cy="3699177"/>
          </a:xfrm>
        </p:spPr>
        <p:txBody>
          <a:bodyPr>
            <a:normAutofit/>
          </a:bodyPr>
          <a:lstStyle>
            <a:lvl1pPr>
              <a:spcAft>
                <a:spcPts val="1200"/>
              </a:spcAft>
              <a:defRPr sz="1600"/>
            </a:lvl1pPr>
            <a:lvl2pPr>
              <a:spcAft>
                <a:spcPts val="1200"/>
              </a:spcAft>
              <a:defRPr sz="16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600"/>
            </a:lvl4pPr>
            <a:lvl5pPr>
              <a:spcAft>
                <a:spcPts val="1200"/>
              </a:spcAft>
              <a:defRPr sz="1600"/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3" name="Immagine 12">
            <a:extLst>
              <a:ext uri="{FF2B5EF4-FFF2-40B4-BE49-F238E27FC236}">
                <a16:creationId xmlns:a16="http://schemas.microsoft.com/office/drawing/2014/main" id="{A5ED0218-0237-7506-41AC-D6172B4A12D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5035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7529" y="1923416"/>
            <a:ext cx="10972800" cy="4065650"/>
          </a:xfrm>
        </p:spPr>
        <p:txBody>
          <a:bodyPr wrap="square" lIns="0" tIns="0" rIns="0" bIns="0">
            <a:normAutofit/>
          </a:bodyPr>
          <a:lstStyle>
            <a:lvl1pPr>
              <a:spcAft>
                <a:spcPts val="1200"/>
              </a:spcAft>
              <a:defRPr sz="1800">
                <a:solidFill>
                  <a:srgbClr val="0046AD"/>
                </a:solidFill>
                <a:latin typeface="Roboto Slab Regular"/>
                <a:cs typeface="Roboto Slab Regular"/>
              </a:defRPr>
            </a:lvl1pPr>
            <a:lvl2pPr>
              <a:spcAft>
                <a:spcPts val="1200"/>
              </a:spcAft>
              <a:defRPr sz="16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600"/>
            </a:lvl4pPr>
            <a:lvl5pPr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0" name="Segnaposto testo 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529" y="1361016"/>
            <a:ext cx="10972800" cy="230832"/>
          </a:xfrm>
        </p:spPr>
        <p:txBody>
          <a:bodyPr/>
          <a:lstStyle>
            <a:lvl1pPr marL="0" indent="0">
              <a:buNone/>
              <a:defRPr sz="1500">
                <a:latin typeface="Open Sans"/>
                <a:cs typeface="Open Sans"/>
              </a:defRPr>
            </a:lvl1pPr>
            <a:lvl2pPr marL="457200" indent="0">
              <a:buNone/>
              <a:defRPr sz="1500"/>
            </a:lvl2pPr>
            <a:lvl3pPr marL="8509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</a:lstStyle>
          <a:p>
            <a:pPr lvl="0"/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Standfirst</a:t>
            </a:r>
            <a:r>
              <a:rPr lang="it-IT" dirty="0"/>
              <a:t> text</a:t>
            </a:r>
          </a:p>
        </p:txBody>
      </p:sp>
      <p:sp>
        <p:nvSpPr>
          <p:cNvPr id="11" name="Segnaposto testo 21"/>
          <p:cNvSpPr>
            <a:spLocks noGrp="1"/>
          </p:cNvSpPr>
          <p:nvPr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BC39BE06-7B3C-47B4-AE96-43591316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2" name="Immagine 12">
            <a:extLst>
              <a:ext uri="{FF2B5EF4-FFF2-40B4-BE49-F238E27FC236}">
                <a16:creationId xmlns:a16="http://schemas.microsoft.com/office/drawing/2014/main" id="{73F77EF6-0D67-356C-2A64-6FE077D6F3A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246494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0385" y="584106"/>
            <a:ext cx="7403393" cy="912643"/>
          </a:xfrm>
        </p:spPr>
        <p:txBody>
          <a:bodyPr anchor="ctr" anchorCtr="0"/>
          <a:lstStyle>
            <a:lvl1pPr>
              <a:lnSpc>
                <a:spcPts val="3500"/>
              </a:lnSpc>
              <a:defRPr sz="3500">
                <a:solidFill>
                  <a:srgbClr val="0046AD"/>
                </a:solidFill>
              </a:defRPr>
            </a:lvl1pPr>
          </a:lstStyle>
          <a:p>
            <a:r>
              <a:rPr lang="en-US" dirty="0"/>
              <a:t>Index Layout 1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9" name="Segnaposto testo 1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4034" y="1855801"/>
            <a:ext cx="4576233" cy="4020066"/>
          </a:xfrm>
        </p:spPr>
        <p:txBody>
          <a:bodyPr/>
          <a:lstStyle>
            <a:lvl1pPr marL="0" indent="0">
              <a:buNone/>
              <a:defRPr sz="1300" b="1">
                <a:latin typeface="Open Sans"/>
                <a:cs typeface="Open Sans"/>
              </a:defRPr>
            </a:lvl1pPr>
            <a:lvl2pPr marL="93663" indent="-93663">
              <a:buFont typeface="Arial"/>
              <a:buChar char="–"/>
              <a:defRPr sz="1200"/>
            </a:lvl2pPr>
            <a:lvl3pPr marL="541338" indent="-92075">
              <a:buClr>
                <a:schemeClr val="tx2"/>
              </a:buClr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4" name="Segnaposto testo 18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529918" y="1855801"/>
            <a:ext cx="4576233" cy="4020066"/>
          </a:xfrm>
        </p:spPr>
        <p:txBody>
          <a:bodyPr/>
          <a:lstStyle>
            <a:lvl1pPr marL="0" indent="0">
              <a:buNone/>
              <a:defRPr sz="1300" b="1">
                <a:latin typeface="Open Sans"/>
                <a:cs typeface="Open Sans"/>
              </a:defRPr>
            </a:lvl1pPr>
            <a:lvl2pPr marL="93663" indent="-93663">
              <a:buFont typeface="Arial"/>
              <a:buChar char="–"/>
              <a:defRPr sz="1200"/>
            </a:lvl2pPr>
            <a:lvl3pPr marL="541338" indent="-92075">
              <a:buClr>
                <a:schemeClr val="tx2"/>
              </a:buClr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0" name="Segnaposto testo 21"/>
          <p:cNvSpPr>
            <a:spLocks noGrp="1"/>
          </p:cNvSpPr>
          <p:nvPr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pic>
        <p:nvPicPr>
          <p:cNvPr id="3" name="Immagine 12">
            <a:extLst>
              <a:ext uri="{FF2B5EF4-FFF2-40B4-BE49-F238E27FC236}">
                <a16:creationId xmlns:a16="http://schemas.microsoft.com/office/drawing/2014/main" id="{161ACAC5-97EB-948F-8A9C-ACA011D014C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00513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-4234" y="277000"/>
            <a:ext cx="4395611" cy="6581000"/>
          </a:xfrm>
          <a:prstGeom prst="rect">
            <a:avLst/>
          </a:prstGeom>
          <a:solidFill>
            <a:srgbClr val="006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0385" y="584106"/>
            <a:ext cx="3226505" cy="912643"/>
          </a:xfrm>
        </p:spPr>
        <p:txBody>
          <a:bodyPr/>
          <a:lstStyle>
            <a:lvl1pPr>
              <a:lnSpc>
                <a:spcPts val="3500"/>
              </a:lnSpc>
              <a:defRPr sz="3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Index Layout 2</a:t>
            </a:r>
          </a:p>
        </p:txBody>
      </p:sp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6" name="Segnaposto testo 15"/>
          <p:cNvSpPr>
            <a:spLocks noGrp="1"/>
          </p:cNvSpPr>
          <p:nvPr userDrawn="1">
            <p:ph type="body" sz="quarter" idx="10"/>
          </p:nvPr>
        </p:nvSpPr>
        <p:spPr>
          <a:xfrm>
            <a:off x="950384" y="3486090"/>
            <a:ext cx="3316816" cy="1162110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1" hasCustomPrompt="1"/>
          </p:nvPr>
        </p:nvSpPr>
        <p:spPr>
          <a:xfrm>
            <a:off x="4707467" y="1033463"/>
            <a:ext cx="6366933" cy="4880610"/>
          </a:xfrm>
        </p:spPr>
        <p:txBody>
          <a:bodyPr/>
          <a:lstStyle>
            <a:lvl1pPr marL="0" indent="0">
              <a:buNone/>
              <a:defRPr sz="1400" b="1">
                <a:latin typeface="Open Sans"/>
                <a:cs typeface="Open Sans"/>
              </a:defRPr>
            </a:lvl1pPr>
            <a:lvl2pPr marL="180975" indent="-180975">
              <a:buFont typeface="Arial"/>
              <a:buChar char="–"/>
              <a:defRPr sz="1300"/>
            </a:lvl2pPr>
            <a:lvl3pPr marL="541338" indent="-92075">
              <a:buClr>
                <a:schemeClr val="tx2"/>
              </a:buClr>
              <a:buFont typeface="Arial" panose="020B0604020202020204" pitchFamily="34" charset="0"/>
              <a:buChar char="•"/>
              <a:defRPr sz="1200"/>
            </a:lvl3pPr>
            <a:lvl4pPr marL="896938" indent="-177800">
              <a:defRPr sz="1000"/>
            </a:lvl4pPr>
            <a:lvl5pPr marL="896938" indent="-177800">
              <a:defRPr sz="1000"/>
            </a:lvl5pPr>
          </a:lstStyle>
          <a:p>
            <a:pPr lvl="0"/>
            <a:r>
              <a:rPr lang="it-IT" dirty="0"/>
              <a:t>FARE CLIC PER INSERIRE IL TITOLO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1" name="Segnaposto testo 21"/>
          <p:cNvSpPr>
            <a:spLocks noGrp="1"/>
          </p:cNvSpPr>
          <p:nvPr>
            <p:ph type="body" sz="quarter" idx="12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7B9A252-2E52-42DB-B54F-ED16C16E63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7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Blu">
    <p:bg>
      <p:bgPr>
        <a:gradFill flip="none" rotWithShape="1">
          <a:gsLst>
            <a:gs pos="28000">
              <a:schemeClr val="tx2"/>
            </a:gs>
            <a:gs pos="100000">
              <a:schemeClr val="tx2">
                <a:lumMod val="5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8564" y="3042347"/>
            <a:ext cx="10363200" cy="353943"/>
          </a:xfrm>
        </p:spPr>
        <p:txBody>
          <a:bodyPr anchor="t"/>
          <a:lstStyle>
            <a:lvl1pPr algn="r">
              <a:defRPr sz="2300" b="1" cap="all" spc="1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style-divider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27151" y="1791900"/>
            <a:ext cx="10363200" cy="1231106"/>
          </a:xfrm>
        </p:spPr>
        <p:txBody>
          <a:bodyPr lIns="0" tIns="0" rIns="0" bIns="0" anchor="b" anchorCtr="0">
            <a:spAutoFit/>
          </a:bodyPr>
          <a:lstStyle>
            <a:lvl1pPr marL="0" indent="0" algn="r">
              <a:buNone/>
              <a:defRPr sz="8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0.0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F29AFF1-1C4D-4EFC-8EC4-280CA2C9BD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47" y="5977685"/>
            <a:ext cx="1735406" cy="8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572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 userDrawn="1"/>
        </p:nvSpPr>
        <p:spPr>
          <a:xfrm>
            <a:off x="480000" y="360000"/>
            <a:ext cx="11232000" cy="6138000"/>
          </a:xfrm>
          <a:prstGeom prst="rect">
            <a:avLst/>
          </a:prstGeom>
          <a:solidFill>
            <a:srgbClr val="006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62605F-0A46-4F71-A519-AF41086C40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0227" y="-211675"/>
            <a:ext cx="9933277" cy="61574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7941" y="3364077"/>
            <a:ext cx="7829196" cy="1114791"/>
          </a:xfrm>
        </p:spPr>
        <p:txBody>
          <a:bodyPr anchor="t"/>
          <a:lstStyle>
            <a:lvl1pPr algn="l">
              <a:lnSpc>
                <a:spcPts val="3200"/>
              </a:lnSpc>
              <a:defRPr sz="2800" b="0" cap="none" spc="0">
                <a:solidFill>
                  <a:schemeClr val="bg1"/>
                </a:solidFill>
                <a:latin typeface="Roboto Slab Light"/>
                <a:cs typeface="Roboto Slab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14864" y="4656668"/>
            <a:ext cx="5762272" cy="246221"/>
          </a:xfrm>
        </p:spPr>
        <p:txBody>
          <a:bodyPr wrap="square" lIns="0" tIns="0" rIns="0" bIns="0" anchor="b" anchorCtr="0">
            <a:spAutoFit/>
          </a:bodyPr>
          <a:lstStyle>
            <a:lvl1pPr marL="0" indent="0" algn="r">
              <a:buNone/>
              <a:defRPr sz="160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AUTHOR | NAME SURNAME</a:t>
            </a:r>
          </a:p>
        </p:txBody>
      </p:sp>
    </p:spTree>
    <p:extLst>
      <p:ext uri="{BB962C8B-B14F-4D97-AF65-F5344CB8AC3E}">
        <p14:creationId xmlns:p14="http://schemas.microsoft.com/office/powerpoint/2010/main" val="18878384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950384" y="956140"/>
            <a:ext cx="10972800" cy="5386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it-IT" dirty="0"/>
              <a:t>Layout with Chart</a:t>
            </a:r>
          </a:p>
        </p:txBody>
      </p:sp>
      <p:sp>
        <p:nvSpPr>
          <p:cNvPr id="13" name="Rettangolo 12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14" name="Rettangolo 13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5" name="CasellaDiTesto 14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16" name="Segnaposto testo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56734" y="46167"/>
            <a:ext cx="4645612" cy="18466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Open Sans"/>
                <a:cs typeface="Open Sans"/>
              </a:defRPr>
            </a:lvl1pPr>
            <a:lvl2pPr marL="457200" indent="0">
              <a:buNone/>
              <a:defRPr/>
            </a:lvl2pPr>
            <a:lvl3pPr marL="8509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CLICK TO EDIT CHAPTER TITLE</a:t>
            </a:r>
          </a:p>
        </p:txBody>
      </p:sp>
      <p:sp>
        <p:nvSpPr>
          <p:cNvPr id="9" name="Segnaposto testo 8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56734" y="1867372"/>
            <a:ext cx="10354733" cy="230832"/>
          </a:xfrm>
        </p:spPr>
        <p:txBody>
          <a:bodyPr/>
          <a:lstStyle>
            <a:lvl1pPr marL="0" indent="0">
              <a:buNone/>
              <a:defRPr sz="1500">
                <a:latin typeface="Open Sans"/>
                <a:cs typeface="Open Sans"/>
              </a:defRPr>
            </a:lvl1pPr>
            <a:lvl2pPr marL="457200" indent="0">
              <a:buNone/>
              <a:defRPr sz="1500"/>
            </a:lvl2pPr>
            <a:lvl3pPr marL="8509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</a:lstStyle>
          <a:p>
            <a:pPr lvl="0"/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Standfirst</a:t>
            </a:r>
            <a:r>
              <a:rPr lang="it-IT" dirty="0"/>
              <a:t> text</a:t>
            </a:r>
          </a:p>
        </p:txBody>
      </p:sp>
      <p:sp>
        <p:nvSpPr>
          <p:cNvPr id="17" name="Segnaposto testo 2"/>
          <p:cNvSpPr>
            <a:spLocks noGrp="1"/>
          </p:cNvSpPr>
          <p:nvPr userDrawn="1">
            <p:ph type="body" idx="1" hasCustomPrompt="1"/>
          </p:nvPr>
        </p:nvSpPr>
        <p:spPr>
          <a:xfrm>
            <a:off x="9064978" y="4503633"/>
            <a:ext cx="2153356" cy="601767"/>
          </a:xfrm>
        </p:spPr>
        <p:txBody>
          <a:bodyPr anchor="t" anchorCtr="0"/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Open Sans Semibold"/>
                <a:cs typeface="Open Sans Semi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SUBTITLE 1</a:t>
            </a:r>
          </a:p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18" name="Segnaposto contenuto 3"/>
          <p:cNvSpPr>
            <a:spLocks noGrp="1"/>
          </p:cNvSpPr>
          <p:nvPr userDrawn="1">
            <p:ph sz="half" idx="2"/>
          </p:nvPr>
        </p:nvSpPr>
        <p:spPr>
          <a:xfrm>
            <a:off x="9064978" y="5386427"/>
            <a:ext cx="2153356" cy="553998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850900" indent="0">
              <a:buNone/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grafico 3"/>
          <p:cNvSpPr>
            <a:spLocks noGrp="1"/>
          </p:cNvSpPr>
          <p:nvPr userDrawn="1">
            <p:ph type="chart" sz="quarter" idx="14"/>
          </p:nvPr>
        </p:nvSpPr>
        <p:spPr>
          <a:xfrm>
            <a:off x="956733" y="2678113"/>
            <a:ext cx="7645400" cy="3262312"/>
          </a:xfrm>
          <a:solidFill>
            <a:srgbClr val="D9D9D9"/>
          </a:solidFill>
        </p:spPr>
        <p:txBody>
          <a:bodyPr/>
          <a:lstStyle/>
          <a:p>
            <a:endParaRPr lang="it-IT"/>
          </a:p>
        </p:txBody>
      </p:sp>
      <p:pic>
        <p:nvPicPr>
          <p:cNvPr id="3" name="Immagine 12">
            <a:extLst>
              <a:ext uri="{FF2B5EF4-FFF2-40B4-BE49-F238E27FC236}">
                <a16:creationId xmlns:a16="http://schemas.microsoft.com/office/drawing/2014/main" id="{F8F7C780-19AF-8793-F275-5BE34573A9BB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8279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1218333" cy="27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0238" indent="0" algn="l"/>
            <a:endParaRPr lang="it-IT" sz="1200" dirty="0">
              <a:latin typeface="Open Sans"/>
              <a:cs typeface="Open Sans"/>
            </a:endParaRPr>
          </a:p>
        </p:txBody>
      </p:sp>
      <p:sp>
        <p:nvSpPr>
          <p:cNvPr id="8" name="Rettangolo 7"/>
          <p:cNvSpPr/>
          <p:nvPr userDrawn="1"/>
        </p:nvSpPr>
        <p:spPr>
          <a:xfrm>
            <a:off x="11218333" y="0"/>
            <a:ext cx="973667" cy="277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CasellaDiTesto 8"/>
          <p:cNvSpPr txBox="1"/>
          <p:nvPr userDrawn="1"/>
        </p:nvSpPr>
        <p:spPr>
          <a:xfrm>
            <a:off x="11218333" y="24425"/>
            <a:ext cx="973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5804A31-E9A4-D945-9412-D4C8ED72CA60}" type="slidenum">
              <a:rPr lang="it-IT" sz="1000" smtClean="0">
                <a:solidFill>
                  <a:schemeClr val="bg1"/>
                </a:solidFill>
                <a:latin typeface="Open Sans"/>
                <a:cs typeface="Open Sans"/>
              </a:rPr>
              <a:t>‹N›</a:t>
            </a:fld>
            <a:endParaRPr lang="it-IT" sz="1000" dirty="0">
              <a:solidFill>
                <a:schemeClr val="bg1"/>
              </a:solidFill>
              <a:latin typeface="Open Sans"/>
              <a:cs typeface="Open Sans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E31CC53A-91E9-4F0B-8AE9-9D3F0FFF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pic>
        <p:nvPicPr>
          <p:cNvPr id="2" name="Immagine 12">
            <a:extLst>
              <a:ext uri="{FF2B5EF4-FFF2-40B4-BE49-F238E27FC236}">
                <a16:creationId xmlns:a16="http://schemas.microsoft.com/office/drawing/2014/main" id="{738C199D-36E6-FBD5-4948-73B11A1A201E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1259178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2">
            <a:extLst>
              <a:ext uri="{FF2B5EF4-FFF2-40B4-BE49-F238E27FC236}">
                <a16:creationId xmlns:a16="http://schemas.microsoft.com/office/drawing/2014/main" id="{506D5463-C994-FE82-0E89-02FF51DB99B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81360" y="5990760"/>
            <a:ext cx="1946160" cy="7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0692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357"/>
            </a:gs>
            <a:gs pos="100000">
              <a:srgbClr val="0046AD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43000" y="2360880"/>
            <a:ext cx="1053396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ts val="2701"/>
              </a:lnSpc>
              <a:buNone/>
            </a:pPr>
            <a:r>
              <a:rPr lang="it-IT" sz="3200" b="1" strike="noStrike" cap="all" spc="97">
                <a:solidFill>
                  <a:srgbClr val="FFFFFF"/>
                </a:solidFill>
                <a:latin typeface="Open Sans"/>
              </a:rPr>
              <a:t>Fare clic per modificare lo stile del titolo dello schema</a:t>
            </a:r>
            <a:endParaRPr lang="en-US" sz="3200" b="0" strike="noStrike" spc="-1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7" name="Immagine 7"/>
          <p:cNvPicPr/>
          <p:nvPr/>
        </p:nvPicPr>
        <p:blipFill>
          <a:blip r:embed="rId14"/>
          <a:stretch/>
        </p:blipFill>
        <p:spPr>
          <a:xfrm>
            <a:off x="124560" y="5977800"/>
            <a:ext cx="1735200" cy="878040"/>
          </a:xfrm>
          <a:prstGeom prst="rect">
            <a:avLst/>
          </a:prstGeom>
          <a:ln w="0">
            <a:noFill/>
          </a:ln>
        </p:spPr>
      </p:pic>
      <p:pic>
        <p:nvPicPr>
          <p:cNvPr id="2" name="Immagine 8"/>
          <p:cNvPicPr/>
          <p:nvPr/>
        </p:nvPicPr>
        <p:blipFill>
          <a:blip r:embed="rId15"/>
          <a:stretch/>
        </p:blipFill>
        <p:spPr>
          <a:xfrm>
            <a:off x="0" y="0"/>
            <a:ext cx="3950280" cy="1389600"/>
          </a:xfrm>
          <a:prstGeom prst="rect">
            <a:avLst/>
          </a:prstGeom>
          <a:ln w="0">
            <a:noFill/>
          </a:ln>
        </p:spPr>
      </p:pic>
      <p:sp>
        <p:nvSpPr>
          <p:cNvPr id="3" name="CasellaDiTesto 9"/>
          <p:cNvSpPr/>
          <p:nvPr/>
        </p:nvSpPr>
        <p:spPr>
          <a:xfrm>
            <a:off x="6976800" y="6307920"/>
            <a:ext cx="470016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spAutoFit/>
          </a:bodyPr>
          <a:lstStyle/>
          <a:p>
            <a:pPr algn="r">
              <a:lnSpc>
                <a:spcPct val="100000"/>
              </a:lnSpc>
              <a:buNone/>
            </a:pPr>
            <a:endParaRPr lang="it-IT" sz="11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it-IT" sz="1100" b="0" strike="noStrike" spc="-1">
                <a:solidFill>
                  <a:srgbClr val="FFFFFF"/>
                </a:solidFill>
                <a:latin typeface="Open Sans"/>
              </a:rPr>
              <a:t>Language Center</a:t>
            </a:r>
            <a:endParaRPr lang="it-IT" sz="11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56120" y="4348080"/>
            <a:ext cx="8521200" cy="38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it-IT" sz="2800" b="1" strike="noStrike" spc="-1">
                <a:solidFill>
                  <a:srgbClr val="EF7B00"/>
                </a:solidFill>
                <a:latin typeface="Open Sans"/>
              </a:rPr>
              <a:t>Modifica gli stili del testo dello schema</a:t>
            </a:r>
            <a:endParaRPr lang="en-US" sz="28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3168720" y="4810680"/>
            <a:ext cx="8521200" cy="38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it-IT" sz="2000" b="0" strike="noStrike" spc="-1">
                <a:solidFill>
                  <a:srgbClr val="EF7B00"/>
                </a:solidFill>
                <a:latin typeface="Open Sans"/>
              </a:rPr>
              <a:t>Modifica gli stili del testo dello schema</a:t>
            </a:r>
            <a:endParaRPr lang="en-US" sz="20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394560" y="1320480"/>
            <a:ext cx="1127700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Arial"/>
              <a:buChar char="•"/>
            </a:pPr>
            <a:r>
              <a:rPr lang="it-IT" sz="2000" b="0" strike="noStrike" spc="-1">
                <a:solidFill>
                  <a:srgbClr val="000000"/>
                </a:solidFill>
                <a:latin typeface="Roboto Slab Light"/>
              </a:rPr>
              <a:t>Modifica gli stili del testo dello schema</a:t>
            </a:r>
            <a:endParaRPr lang="en-US" sz="2000" b="0" strike="noStrike" spc="-1">
              <a:solidFill>
                <a:srgbClr val="000000"/>
              </a:solidFill>
              <a:latin typeface="Roboto Slab Light"/>
            </a:endParaRPr>
          </a:p>
          <a:p>
            <a:pPr marL="620640" lvl="1" indent="-255600">
              <a:lnSpc>
                <a:spcPct val="114000"/>
              </a:lnSpc>
              <a:spcAft>
                <a:spcPts val="1199"/>
              </a:spcAft>
              <a:buClr>
                <a:srgbClr val="0046AD"/>
              </a:buClr>
              <a:buSzPct val="110000"/>
              <a:buFont typeface="Roboto Slab Light"/>
              <a:buChar char="-"/>
            </a:pPr>
            <a:r>
              <a:rPr lang="en-US" sz="2000" b="0" strike="noStrike" spc="-1">
                <a:solidFill>
                  <a:srgbClr val="000000"/>
                </a:solidFill>
                <a:latin typeface="Roboto Slab Light"/>
              </a:rPr>
              <a:t>Second level</a:t>
            </a:r>
          </a:p>
          <a:p>
            <a:pPr marL="1077840" lvl="2" indent="-228600">
              <a:lnSpc>
                <a:spcPct val="114000"/>
              </a:lnSpc>
              <a:spcAft>
                <a:spcPts val="1199"/>
              </a:spcAft>
              <a:buClr>
                <a:srgbClr val="000000"/>
              </a:buClr>
              <a:buFont typeface="Lucida Grande"/>
              <a:buChar char="‑"/>
            </a:pPr>
            <a:r>
              <a:rPr lang="en-US" sz="2000" b="0" strike="noStrike" spc="-1">
                <a:solidFill>
                  <a:srgbClr val="000000"/>
                </a:solidFill>
                <a:latin typeface="Roboto Slab Light"/>
              </a:rPr>
              <a:t>Third level</a:t>
            </a:r>
          </a:p>
          <a:p>
            <a:pPr marL="1617840" lvl="3" indent="-241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Roboto Slab Light"/>
              </a:rPr>
              <a:t>Fourth level</a:t>
            </a:r>
          </a:p>
          <a:p>
            <a:pPr marL="2157480" lvl="4" indent="-322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Roboto Slab Light"/>
              </a:rPr>
              <a:t>Fifth level</a:t>
            </a:r>
          </a:p>
        </p:txBody>
      </p:sp>
      <p:sp>
        <p:nvSpPr>
          <p:cNvPr id="85" name="Rettangolo 6"/>
          <p:cNvSpPr/>
          <p:nvPr/>
        </p:nvSpPr>
        <p:spPr>
          <a:xfrm>
            <a:off x="0" y="0"/>
            <a:ext cx="11217960" cy="2764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ttangolo 7"/>
          <p:cNvSpPr/>
          <p:nvPr/>
        </p:nvSpPr>
        <p:spPr>
          <a:xfrm>
            <a:off x="11218320" y="0"/>
            <a:ext cx="973440" cy="2764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CasellaDiTesto 8"/>
          <p:cNvSpPr/>
          <p:nvPr/>
        </p:nvSpPr>
        <p:spPr>
          <a:xfrm>
            <a:off x="11218320" y="24480"/>
            <a:ext cx="97344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fld id="{E78500B5-E5F0-40BD-BD19-49752FF4E65E}" type="slidenum">
              <a:rPr lang="it-IT" sz="1000" b="0" strike="noStrike" spc="-1">
                <a:solidFill>
                  <a:srgbClr val="FFFFFF"/>
                </a:solidFill>
                <a:latin typeface="Open Sans"/>
              </a:rPr>
              <a:t>‹N›</a:t>
            </a:fld>
            <a:endParaRPr lang="it-IT" sz="10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200" b="1" strike="noStrike" spc="-1">
                <a:solidFill>
                  <a:srgbClr val="0046AD"/>
                </a:solidFill>
                <a:latin typeface="Open Sans"/>
              </a:rPr>
              <a:t>Fare clic per modificare lo stile del titolo dello schema</a:t>
            </a:r>
            <a:endParaRPr lang="en-US" sz="3200" b="0" strike="noStrike" spc="-1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89" name="Immagine 11"/>
          <p:cNvPicPr/>
          <p:nvPr/>
        </p:nvPicPr>
        <p:blipFill>
          <a:blip r:embed="rId14"/>
          <a:stretch/>
        </p:blipFill>
        <p:spPr>
          <a:xfrm>
            <a:off x="81360" y="5990760"/>
            <a:ext cx="1946160" cy="767849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600" y="478800"/>
            <a:ext cx="11280000" cy="64263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>
              <a:lnSpc>
                <a:spcPts val="3500"/>
              </a:lnSpc>
            </a:pPr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29" y="1450633"/>
            <a:ext cx="10972800" cy="44257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 noProof="0" dirty="0"/>
              <a:t>Modifica gli stili del testo dello schema</a:t>
            </a:r>
            <a:endParaRPr lang="en-US" noProof="0" dirty="0"/>
          </a:p>
          <a:p>
            <a:pPr lvl="1"/>
            <a:r>
              <a:rPr lang="en-US" noProof="0" dirty="0"/>
              <a:t>Secondo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40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lang="en-US" sz="3200" b="1" kern="1200" dirty="0">
          <a:solidFill>
            <a:schemeClr val="tx2"/>
          </a:solidFill>
          <a:latin typeface="Open Sans"/>
          <a:ea typeface="+mj-ea"/>
          <a:cs typeface="Open Sans"/>
        </a:defRPr>
      </a:lvl1pPr>
    </p:titleStyle>
    <p:bodyStyle>
      <a:lvl1pPr marL="268288" indent="-268288" algn="l" defTabSz="457200" rtl="0" eaLnBrk="1" latinLnBrk="0" hangingPunct="1">
        <a:spcBef>
          <a:spcPts val="0"/>
        </a:spcBef>
        <a:spcAft>
          <a:spcPts val="600"/>
        </a:spcAft>
        <a:buClr>
          <a:srgbClr val="DA5D5D"/>
        </a:buClr>
        <a:buSzPct val="11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Roboto Slab Light"/>
          <a:ea typeface="+mn-ea"/>
          <a:cs typeface="Roboto Slab Light"/>
        </a:defRPr>
      </a:lvl1pPr>
      <a:lvl2pPr marL="630238" indent="-173038" algn="l" defTabSz="4572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10000"/>
        <a:buFont typeface="Arial"/>
        <a:buChar char="•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2pPr>
      <a:lvl3pPr marL="987425" indent="-136525" algn="l" defTabSz="457200" rtl="0" eaLnBrk="1" latinLnBrk="0" hangingPunct="1">
        <a:spcBef>
          <a:spcPts val="0"/>
        </a:spcBef>
        <a:spcAft>
          <a:spcPts val="600"/>
        </a:spcAft>
        <a:buFont typeface="Lucida Grande"/>
        <a:buChar char="‑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3pPr>
      <a:lvl4pPr marL="1525588" indent="-153988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–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4pPr>
      <a:lvl5pPr marL="1973263" indent="-144463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»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600" y="478800"/>
            <a:ext cx="11280000" cy="64263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>
              <a:lnSpc>
                <a:spcPts val="3500"/>
              </a:lnSpc>
            </a:pPr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29" y="1450633"/>
            <a:ext cx="10972800" cy="44257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 noProof="0" dirty="0"/>
              <a:t>Modifica gli stili del testo dello schema</a:t>
            </a:r>
            <a:endParaRPr lang="en-US" noProof="0" dirty="0"/>
          </a:p>
          <a:p>
            <a:pPr lvl="1"/>
            <a:r>
              <a:rPr lang="en-US" noProof="0" dirty="0"/>
              <a:t>Secondo </a:t>
            </a:r>
            <a:r>
              <a:rPr lang="en-US" noProof="0" dirty="0" err="1"/>
              <a:t>livello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026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lang="en-US" sz="3200" b="1" kern="1200" dirty="0">
          <a:solidFill>
            <a:schemeClr val="tx2"/>
          </a:solidFill>
          <a:latin typeface="Open Sans"/>
          <a:ea typeface="+mj-ea"/>
          <a:cs typeface="Open Sans"/>
        </a:defRPr>
      </a:lvl1pPr>
    </p:titleStyle>
    <p:bodyStyle>
      <a:lvl1pPr marL="268288" indent="-268288" algn="l" defTabSz="457200" rtl="0" eaLnBrk="1" latinLnBrk="0" hangingPunct="1">
        <a:spcBef>
          <a:spcPts val="0"/>
        </a:spcBef>
        <a:spcAft>
          <a:spcPts val="600"/>
        </a:spcAft>
        <a:buClr>
          <a:srgbClr val="DA5D5D"/>
        </a:buClr>
        <a:buSzPct val="11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Roboto Slab Light"/>
          <a:ea typeface="+mn-ea"/>
          <a:cs typeface="Roboto Slab Light"/>
        </a:defRPr>
      </a:lvl1pPr>
      <a:lvl2pPr marL="630238" indent="-173038" algn="l" defTabSz="4572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10000"/>
        <a:buFont typeface="Arial"/>
        <a:buChar char="•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2pPr>
      <a:lvl3pPr marL="987425" indent="-136525" algn="l" defTabSz="457200" rtl="0" eaLnBrk="1" latinLnBrk="0" hangingPunct="1">
        <a:spcBef>
          <a:spcPts val="0"/>
        </a:spcBef>
        <a:spcAft>
          <a:spcPts val="600"/>
        </a:spcAft>
        <a:buFont typeface="Lucida Grande"/>
        <a:buChar char="‑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3pPr>
      <a:lvl4pPr marL="1525588" indent="-153988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–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4pPr>
      <a:lvl5pPr marL="1973263" indent="-144463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»"/>
        <a:defRPr sz="1200" kern="1200">
          <a:solidFill>
            <a:schemeClr val="tx1"/>
          </a:solidFill>
          <a:latin typeface="Roboto Slab Light"/>
          <a:ea typeface="+mn-ea"/>
          <a:cs typeface="Roboto Slab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bocconi.eu/languagecent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bocconi.eu/languagecent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43000" y="3140640"/>
            <a:ext cx="1053396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ts val="2701"/>
              </a:lnSpc>
              <a:buNone/>
            </a:pPr>
            <a:r>
              <a:rPr lang="en-GB" sz="3200" cap="all" spc="97" dirty="0">
                <a:solidFill>
                  <a:srgbClr val="FFFFFF"/>
                </a:solidFill>
                <a:latin typeface="Open Sans bold"/>
                <a:ea typeface="Open Sans bold"/>
              </a:rPr>
              <a:t>ITALIAN</a:t>
            </a:r>
            <a:r>
              <a:rPr lang="en-GB" sz="3200" b="0" strike="noStrike" cap="all" spc="97" dirty="0">
                <a:solidFill>
                  <a:srgbClr val="FFFFFF"/>
                </a:solidFill>
                <a:latin typeface="Open Sans bold"/>
                <a:ea typeface="Open Sans bold"/>
              </a:rPr>
              <a:t> Second Language</a:t>
            </a:r>
            <a:endParaRPr lang="en-US" sz="32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3156120" y="3701520"/>
            <a:ext cx="8534160" cy="36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pl-PL" sz="2400" b="0" strike="noStrike" spc="-1" dirty="0">
                <a:solidFill>
                  <a:srgbClr val="FFFFFF"/>
                </a:solidFill>
                <a:latin typeface="Open Sans"/>
              </a:rPr>
              <a:t>cod</a:t>
            </a:r>
            <a:r>
              <a:rPr lang="it-IT" sz="2400" b="0" strike="noStrike" spc="-1" dirty="0">
                <a:solidFill>
                  <a:srgbClr val="FFFFFF"/>
                </a:solidFill>
                <a:latin typeface="Open Sans"/>
              </a:rPr>
              <a:t>e 30308</a:t>
            </a:r>
            <a:r>
              <a:rPr lang="pl-PL" sz="2400" b="0" strike="noStrike" spc="-1" dirty="0">
                <a:solidFill>
                  <a:srgbClr val="FFFFFF"/>
                </a:solidFill>
                <a:latin typeface="Open Sans"/>
              </a:rPr>
              <a:t> </a:t>
            </a:r>
            <a:r>
              <a:rPr lang="it-IT" sz="2400" b="0" strike="noStrike" spc="-1" dirty="0" err="1">
                <a:solidFill>
                  <a:srgbClr val="FFFFFF"/>
                </a:solidFill>
                <a:latin typeface="Open Sans"/>
              </a:rPr>
              <a:t>a.y</a:t>
            </a:r>
            <a:r>
              <a:rPr lang="it-IT" sz="2400" b="0" strike="noStrike" spc="-1" dirty="0">
                <a:solidFill>
                  <a:srgbClr val="FFFFFF"/>
                </a:solidFill>
                <a:latin typeface="Open Sans"/>
              </a:rPr>
              <a:t>. </a:t>
            </a:r>
            <a:r>
              <a:rPr lang="en-US" sz="2400" b="0" strike="noStrike" spc="-1" dirty="0">
                <a:solidFill>
                  <a:srgbClr val="FFFFFF"/>
                </a:solidFill>
                <a:latin typeface="Open Sans"/>
              </a:rPr>
              <a:t>2025-2026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3156120" y="4348080"/>
            <a:ext cx="8521200" cy="38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EF7B00"/>
                </a:solidFill>
                <a:latin typeface="Open Sans bold"/>
                <a:ea typeface="Open Sans bold"/>
              </a:rPr>
              <a:t>Course Introduction</a:t>
            </a:r>
            <a:endParaRPr lang="en-US" sz="28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/>
          </p:nvPr>
        </p:nvSpPr>
        <p:spPr>
          <a:xfrm>
            <a:off x="454680" y="1320480"/>
            <a:ext cx="5405040" cy="267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8200" indent="-268200">
              <a:lnSpc>
                <a:spcPct val="110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Reach a minimum B1 level of the Common European Framework</a:t>
            </a:r>
            <a:endParaRPr lang="en-US" sz="2000" b="0" strike="noStrike" spc="-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00" indent="-268200">
              <a:lnSpc>
                <a:spcPct val="110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Consolidate the four communication skills: listening, writing, reading, speaking</a:t>
            </a:r>
            <a:endParaRPr lang="en-US" sz="2000" b="0" strike="noStrike" spc="-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00" indent="-268200">
              <a:lnSpc>
                <a:spcPct val="110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Gain a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greater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000" spc="-1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Italian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a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professional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context</a:t>
            </a:r>
            <a:endParaRPr lang="en-US" sz="2000" b="0" strike="noStrike" spc="-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 dirty="0">
                <a:solidFill>
                  <a:srgbClr val="0046AD"/>
                </a:solidFill>
                <a:latin typeface="Open Sans bold"/>
                <a:ea typeface="Open Sans bold"/>
              </a:rPr>
              <a:t>Course </a:t>
            </a:r>
            <a:r>
              <a:rPr lang="it-IT" sz="3600" b="0" strike="noStrike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objectives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190" name="Immagine 1"/>
          <p:cNvPicPr/>
          <p:nvPr/>
        </p:nvPicPr>
        <p:blipFill>
          <a:blip r:embed="rId3"/>
          <a:stretch/>
        </p:blipFill>
        <p:spPr>
          <a:xfrm>
            <a:off x="6843240" y="1340280"/>
            <a:ext cx="4195800" cy="417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7383778" cy="81707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0" indent="0" defTabSz="457200">
              <a:lnSpc>
                <a:spcPct val="94000"/>
              </a:lnSpc>
              <a:spcBef>
                <a:spcPts val="0"/>
              </a:spcBef>
              <a:spcAft>
                <a:spcPts val="1200"/>
              </a:spcAft>
              <a:buClr>
                <a:srgbClr val="DA5D5D"/>
              </a:buClr>
              <a:buSzPct val="110000"/>
              <a:buNone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successfully follow the course it is necessary to have at least a minimum of A2 level of Italian and in particular:</a:t>
            </a:r>
            <a:endParaRPr lang="en-US" sz="2000" spc="-1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600" b="0" strike="noStrike" spc="-1" dirty="0">
                <a:solidFill>
                  <a:srgbClr val="0046AD"/>
                </a:solidFill>
                <a:latin typeface="Open Sans bold"/>
                <a:ea typeface="Open Sans bold"/>
              </a:rPr>
              <a:t>Prerequisites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3D90DAC7-26D4-3000-BD87-EF774DE3EFBE}"/>
              </a:ext>
            </a:extLst>
          </p:cNvPr>
          <p:cNvSpPr txBox="1">
            <a:spLocks/>
          </p:cNvSpPr>
          <p:nvPr/>
        </p:nvSpPr>
        <p:spPr>
          <a:xfrm>
            <a:off x="393480" y="2137558"/>
            <a:ext cx="6828775" cy="36673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68288" indent="-268288" algn="l" defTabSz="4572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>
                <a:srgbClr val="DA5D5D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1pPr>
            <a:lvl2pPr marL="620713" indent="-255588" algn="l" defTabSz="4572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110000"/>
              <a:buFont typeface="Roboto Slab Light" pitchFamily="2" charset="0"/>
              <a:buChar char="-"/>
              <a:defRPr sz="2000" kern="120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2pPr>
            <a:lvl3pPr marL="1077913" indent="-228600" algn="l" defTabSz="4572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Lucida Grande"/>
              <a:buChar char="‑"/>
              <a:defRPr sz="2000" kern="120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3pPr>
            <a:lvl4pPr marL="1617663" indent="-241300" algn="l" defTabSz="4572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4pPr>
            <a:lvl5pPr marL="2157413" indent="-322263" algn="l" defTabSz="4572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>
                <a:srgbClr val="DA5D5D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Roboto Slab Light"/>
                <a:ea typeface="+mn-ea"/>
                <a:cs typeface="Roboto Slab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3000"/>
              </a:lnSpc>
              <a:buNone/>
            </a:pPr>
            <a:r>
              <a:rPr lang="en-US" altLang="en-US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attend the preparatory course lectures </a:t>
            </a:r>
          </a:p>
          <a:p>
            <a:pPr marL="0" indent="0" defTabSz="914400" eaLnBrk="0" fontAlgn="base" hangingPunct="0">
              <a:lnSpc>
                <a:spcPct val="133000"/>
              </a:lnSpc>
              <a:buClrTx/>
              <a:buSzTx/>
              <a:buNone/>
            </a:pPr>
            <a:r>
              <a:rPr lang="en-US" altLang="en-US" b="1" spc="-1" dirty="0">
                <a:solidFill>
                  <a:srgbClr val="0046AD"/>
                </a:solidFill>
                <a:latin typeface="Open Sans"/>
                <a:ea typeface="Open Sans bold"/>
                <a:cs typeface="+mn-cs"/>
              </a:rPr>
              <a:t>If you do not have the required level </a:t>
            </a:r>
            <a:r>
              <a:rPr lang="en-US" altLang="en-US" spc="-1" dirty="0">
                <a:latin typeface="Open Sans"/>
                <a:ea typeface="Open Sans bold"/>
                <a:cs typeface="+mn-cs"/>
              </a:rPr>
              <a:t>it</a:t>
            </a:r>
            <a:r>
              <a:rPr lang="en-US" altLang="en-US" b="1" spc="-1" dirty="0">
                <a:solidFill>
                  <a:srgbClr val="0046AD"/>
                </a:solidFill>
                <a:latin typeface="Open Sans"/>
                <a:ea typeface="Open Sans bold"/>
                <a:cs typeface="+mn-cs"/>
              </a:rPr>
              <a:t> </a:t>
            </a:r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strongly recommended to study:</a:t>
            </a:r>
          </a:p>
          <a:p>
            <a:pPr marL="0" indent="0" defTabSz="914400" eaLnBrk="0" fontAlgn="base" hangingPunct="0">
              <a:lnSpc>
                <a:spcPct val="133000"/>
              </a:lnSpc>
              <a:buClrTx/>
              <a:buSzTx/>
              <a:buNone/>
            </a:pPr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US" altLang="en-US" b="1" dirty="0" err="1">
                <a:solidFill>
                  <a:schemeClr val="accent6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Lezione</a:t>
            </a:r>
            <a:r>
              <a:rPr lang="en-US" altLang="en-US" b="1" dirty="0">
                <a:solidFill>
                  <a:schemeClr val="accent6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0:</a:t>
            </a:r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catching up</a:t>
            </a:r>
          </a:p>
          <a:p>
            <a:pPr marL="0" indent="0" defTabSz="914400" eaLnBrk="0" fontAlgn="base" hangingPunct="0">
              <a:lnSpc>
                <a:spcPct val="133000"/>
              </a:lnSpc>
              <a:buClrTx/>
              <a:buSzTx/>
              <a:buNone/>
            </a:pPr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US" altLang="en-US" b="1" spc="-1" dirty="0" err="1">
                <a:solidFill>
                  <a:srgbClr val="0046AD"/>
                </a:solidFill>
                <a:latin typeface="Open Sans"/>
                <a:ea typeface="Open Sans bold"/>
                <a:cs typeface="+mn-cs"/>
              </a:rPr>
              <a:t>Altissia</a:t>
            </a:r>
            <a:r>
              <a:rPr lang="en-US" altLang="en-US" b="1" spc="-1" dirty="0">
                <a:solidFill>
                  <a:srgbClr val="0046AD"/>
                </a:solidFill>
                <a:latin typeface="Open Sans"/>
                <a:ea typeface="Open Sans bold"/>
                <a:cs typeface="+mn-cs"/>
              </a:rPr>
              <a:t> </a:t>
            </a:r>
            <a:r>
              <a:rPr lang="en-US" alt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platform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 descr="bandiera italiana da www.bandiere.it">
            <a:extLst>
              <a:ext uri="{FF2B5EF4-FFF2-40B4-BE49-F238E27FC236}">
                <a16:creationId xmlns:a16="http://schemas.microsoft.com/office/drawing/2014/main" id="{0D76AEFC-A32F-4DF7-9AC7-65F7A197B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20" y="1684963"/>
            <a:ext cx="2948683" cy="205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6FBB5526-C08C-7256-69CD-707A0849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99" y="1170683"/>
            <a:ext cx="6038311" cy="520851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Multimedia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platform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dirty="0" err="1">
                <a:latin typeface="+mj-lt"/>
              </a:rPr>
              <a:t>useful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as</a:t>
            </a:r>
            <a:r>
              <a:rPr lang="it-IT" sz="1800" dirty="0">
                <a:latin typeface="+mj-lt"/>
              </a:rPr>
              <a:t> a support of </a:t>
            </a:r>
            <a:r>
              <a:rPr lang="it-IT" sz="1800" dirty="0" err="1">
                <a:latin typeface="+mj-lt"/>
              </a:rPr>
              <a:t>language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studying</a:t>
            </a:r>
            <a:endParaRPr lang="it-IT" sz="18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dirty="0">
                <a:latin typeface="+mj-lt"/>
              </a:rPr>
              <a:t>Access </a:t>
            </a:r>
            <a:r>
              <a:rPr lang="it-IT" sz="1800" dirty="0" err="1">
                <a:latin typeface="+mj-lt"/>
              </a:rPr>
              <a:t>only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through</a:t>
            </a:r>
            <a:r>
              <a:rPr lang="it-IT" sz="1800" dirty="0">
                <a:latin typeface="+mj-lt"/>
              </a:rPr>
              <a:t> the </a:t>
            </a:r>
            <a:r>
              <a:rPr lang="it-IT" sz="1800" dirty="0" err="1">
                <a:latin typeface="+mj-lt"/>
              </a:rPr>
              <a:t>yoU@B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Diary</a:t>
            </a:r>
            <a:endParaRPr lang="it-IT" sz="18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dirty="0">
                <a:latin typeface="+mj-lt"/>
              </a:rPr>
              <a:t>Available for 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English,</a:t>
            </a:r>
            <a:r>
              <a:rPr lang="it-IT" sz="1800" dirty="0">
                <a:latin typeface="+mj-lt"/>
              </a:rPr>
              <a:t> 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French, Spanish, German, </a:t>
            </a:r>
            <a:b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</a:b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Italian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dirty="0">
                <a:latin typeface="+mj-lt"/>
              </a:rPr>
              <a:t>and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Portuguese</a:t>
            </a:r>
            <a:endParaRPr lang="it-IT" sz="1800" b="1" dirty="0">
              <a:solidFill>
                <a:schemeClr val="accent5">
                  <a:lumMod val="75000"/>
                </a:schemeClr>
              </a:solidFill>
              <a:latin typeface="+mj-lt"/>
              <a:ea typeface="Open Sans bold" pitchFamily="2" charset="0"/>
              <a:cs typeface="Open Sans bold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dirty="0" err="1">
                <a:latin typeface="+mj-lt"/>
              </a:rPr>
              <a:t>Personalized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path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based</a:t>
            </a:r>
            <a:r>
              <a:rPr lang="it-IT" sz="1800" dirty="0">
                <a:latin typeface="+mj-lt"/>
              </a:rPr>
              <a:t> on </a:t>
            </a:r>
            <a:r>
              <a:rPr lang="it-IT" sz="1800" dirty="0" err="1">
                <a:latin typeface="+mj-lt"/>
              </a:rPr>
              <a:t>your</a:t>
            </a:r>
            <a:r>
              <a:rPr lang="it-IT" sz="1800" dirty="0">
                <a:latin typeface="+mj-lt"/>
              </a:rPr>
              <a:t> skills (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for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those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students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who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do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not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have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the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required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level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to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attend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the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curricular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course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please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complete the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paths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to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reach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it</a:t>
            </a:r>
            <a:r>
              <a:rPr lang="it-IT" sz="1800" dirty="0">
                <a:latin typeface="+mj-lt"/>
                <a:ea typeface="Open Sans bold" pitchFamily="2" charset="0"/>
                <a:cs typeface="Open Sans bold" pitchFamily="2" charset="0"/>
              </a:rPr>
              <a:t>)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Language skills Test </a:t>
            </a:r>
            <a:r>
              <a:rPr lang="it-IT" sz="1800" dirty="0">
                <a:latin typeface="+mj-lt"/>
              </a:rPr>
              <a:t>(</a:t>
            </a:r>
            <a:r>
              <a:rPr lang="it-IT" sz="1800" dirty="0" err="1">
                <a:latin typeface="+mj-lt"/>
              </a:rPr>
              <a:t>you</a:t>
            </a:r>
            <a:r>
              <a:rPr lang="it-IT" sz="1800" dirty="0">
                <a:latin typeface="+mj-lt"/>
              </a:rPr>
              <a:t> can do </a:t>
            </a:r>
            <a:r>
              <a:rPr lang="it-IT" sz="1800" dirty="0" err="1">
                <a:latin typeface="+mj-lt"/>
              </a:rPr>
              <a:t>it</a:t>
            </a:r>
            <a:r>
              <a:rPr lang="it-IT" sz="1800" dirty="0">
                <a:latin typeface="+mj-lt"/>
              </a:rPr>
              <a:t> once a </a:t>
            </a:r>
            <a:r>
              <a:rPr lang="it-IT" sz="1800" dirty="0" err="1">
                <a:latin typeface="+mj-lt"/>
              </a:rPr>
              <a:t>month</a:t>
            </a:r>
            <a:r>
              <a:rPr lang="it-IT" sz="1800" dirty="0">
                <a:latin typeface="+mj-lt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dirty="0">
                <a:latin typeface="+mj-lt"/>
              </a:rPr>
              <a:t>A </a:t>
            </a:r>
            <a:r>
              <a:rPr lang="it-IT" sz="1800" dirty="0" err="1">
                <a:latin typeface="+mj-lt"/>
              </a:rPr>
              <a:t>number</a:t>
            </a:r>
            <a:r>
              <a:rPr lang="it-IT" sz="1800" dirty="0">
                <a:latin typeface="+mj-lt"/>
              </a:rPr>
              <a:t> of </a:t>
            </a:r>
            <a:r>
              <a:rPr lang="it-IT" sz="1800" b="1" dirty="0" err="1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exercises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,</a:t>
            </a:r>
            <a:r>
              <a:rPr lang="it-IT" sz="1800" dirty="0">
                <a:latin typeface="+mj-lt"/>
              </a:rPr>
              <a:t> in the </a:t>
            </a:r>
            <a:r>
              <a:rPr lang="it-IT" sz="1800" dirty="0" err="1">
                <a:latin typeface="+mj-lt"/>
              </a:rPr>
              <a:t>different</a:t>
            </a:r>
            <a:r>
              <a:rPr lang="it-IT" sz="1800" dirty="0">
                <a:latin typeface="+mj-lt"/>
              </a:rPr>
              <a:t> paths and </a:t>
            </a:r>
            <a:r>
              <a:rPr lang="it-IT" sz="1800" dirty="0" err="1">
                <a:latin typeface="+mj-lt"/>
              </a:rPr>
              <a:t>topics</a:t>
            </a:r>
            <a:endParaRPr lang="it-IT" sz="18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it-IT" sz="1800" dirty="0">
                <a:latin typeface="+mj-lt"/>
              </a:rPr>
              <a:t> «</a:t>
            </a:r>
            <a:r>
              <a:rPr lang="it-IT" sz="18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Open Sans bold" pitchFamily="2" charset="0"/>
                <a:cs typeface="Open Sans bold" pitchFamily="2" charset="0"/>
              </a:rPr>
              <a:t>News</a:t>
            </a:r>
            <a:r>
              <a:rPr lang="it-IT" sz="1800" dirty="0">
                <a:latin typeface="+mj-lt"/>
              </a:rPr>
              <a:t>» </a:t>
            </a:r>
            <a:r>
              <a:rPr lang="it-IT" sz="1800" dirty="0" err="1">
                <a:latin typeface="+mj-lt"/>
              </a:rPr>
              <a:t>section</a:t>
            </a:r>
            <a:r>
              <a:rPr lang="it-IT" sz="1800" dirty="0">
                <a:latin typeface="+mj-lt"/>
              </a:rPr>
              <a:t> with </a:t>
            </a:r>
            <a:r>
              <a:rPr lang="it-IT" sz="1800" dirty="0" err="1">
                <a:latin typeface="+mj-lt"/>
              </a:rPr>
              <a:t>videos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always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updated</a:t>
            </a:r>
            <a:r>
              <a:rPr lang="it-IT" sz="1800" dirty="0">
                <a:latin typeface="+mj-lt"/>
              </a:rPr>
              <a:t> 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D084DD50-CBAF-B24A-F239-217FBAB8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</a:t>
            </a:r>
            <a:r>
              <a:rPr lang="it-IT" dirty="0" err="1"/>
              <a:t>Altissia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E8FC298-56B1-54F5-7E7C-591054B86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89" r="301" b="9161"/>
          <a:stretch/>
        </p:blipFill>
        <p:spPr>
          <a:xfrm>
            <a:off x="6830220" y="690329"/>
            <a:ext cx="5362634" cy="3388586"/>
          </a:xfrm>
          <a:prstGeom prst="rect">
            <a:avLst/>
          </a:prstGeom>
          <a:ln w="25400">
            <a:solidFill>
              <a:schemeClr val="bg2">
                <a:lumMod val="10000"/>
                <a:alpha val="12000"/>
              </a:schemeClr>
            </a:solidFill>
          </a:ln>
        </p:spPr>
      </p:pic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97D15449-0D10-4EEF-3546-5C5DF028BB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59" r="47089" b="9062"/>
          <a:stretch/>
        </p:blipFill>
        <p:spPr>
          <a:xfrm>
            <a:off x="6431910" y="2836974"/>
            <a:ext cx="3254813" cy="3886200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1EC1F774-CE71-0902-4F82-441DAB3EE6BC}"/>
              </a:ext>
            </a:extLst>
          </p:cNvPr>
          <p:cNvSpPr/>
          <p:nvPr/>
        </p:nvSpPr>
        <p:spPr>
          <a:xfrm>
            <a:off x="6033600" y="5794455"/>
            <a:ext cx="2105635" cy="756732"/>
          </a:xfrm>
          <a:prstGeom prst="ellipse">
            <a:avLst/>
          </a:prstGeom>
          <a:noFill/>
          <a:ln w="412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55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84110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Topics covered: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travelling and tourism, leisure, family, </a:t>
            </a:r>
            <a:r>
              <a:rPr lang="en-GB" sz="2000" spc="-1" dirty="0">
                <a:solidFill>
                  <a:srgbClr val="000000"/>
                </a:solidFill>
                <a:latin typeface="Open Sans"/>
                <a:ea typeface="Open Sans bold"/>
              </a:rPr>
              <a:t>environment, technology, working conditions, professional Italian</a:t>
            </a:r>
            <a:r>
              <a:rPr lang="en-US" sz="2000" spc="-1" dirty="0">
                <a:solidFill>
                  <a:srgbClr val="000000"/>
                </a:solidFill>
                <a:latin typeface="Roboto Slab Light"/>
                <a:ea typeface="Open Sans bold"/>
              </a:rPr>
              <a:t>,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Made </a:t>
            </a:r>
            <a:r>
              <a:rPr lang="en-GB" sz="2000" spc="-1" dirty="0">
                <a:solidFill>
                  <a:srgbClr val="000000"/>
                </a:solidFill>
                <a:latin typeface="Open Sans"/>
                <a:ea typeface="Open Sans bold"/>
              </a:rPr>
              <a:t>in Italy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, fashion. </a:t>
            </a: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Focus on: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620640" lvl="1" indent="-255600">
              <a:lnSpc>
                <a:spcPct val="114000"/>
              </a:lnSpc>
              <a:spcAft>
                <a:spcPts val="1199"/>
              </a:spcAft>
              <a:buClr>
                <a:srgbClr val="0046AD"/>
              </a:buClr>
              <a:buSzPct val="110000"/>
              <a:buFont typeface="Roboto Slab Light"/>
              <a:buChar char="-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communicative ability (including through lexical </a:t>
            </a:r>
            <a:br>
              <a:rPr sz="2000" dirty="0"/>
            </a:b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and grammatical structures)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620640" lvl="1" indent="-255600">
              <a:lnSpc>
                <a:spcPct val="114000"/>
              </a:lnSpc>
              <a:spcAft>
                <a:spcPts val="1199"/>
              </a:spcAft>
              <a:buClr>
                <a:srgbClr val="0046AD"/>
              </a:buClr>
              <a:buSzPct val="110000"/>
              <a:buFont typeface="Roboto Slab Light"/>
              <a:buChar char="-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functional language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620640" lvl="1" indent="-255600">
              <a:lnSpc>
                <a:spcPct val="114000"/>
              </a:lnSpc>
              <a:spcAft>
                <a:spcPts val="1199"/>
              </a:spcAft>
              <a:buClr>
                <a:srgbClr val="0046AD"/>
              </a:buClr>
              <a:buSzPct val="110000"/>
              <a:buFont typeface="Roboto Slab Light"/>
              <a:buChar char="-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topic and task-based learning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 dirty="0">
                <a:solidFill>
                  <a:srgbClr val="0046AD"/>
                </a:solidFill>
                <a:latin typeface="Open Sans bold"/>
                <a:ea typeface="Open Sans bold"/>
              </a:rPr>
              <a:t>Course </a:t>
            </a: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structure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: 48 hours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197" name="Segnaposto contenuto 1"/>
          <p:cNvSpPr/>
          <p:nvPr/>
        </p:nvSpPr>
        <p:spPr>
          <a:xfrm>
            <a:off x="6489000" y="1870200"/>
            <a:ext cx="5702760" cy="481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7F763E9-9B89-1FB7-DF94-C3370C639C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074" r="16800"/>
          <a:stretch/>
        </p:blipFill>
        <p:spPr>
          <a:xfrm flipH="1">
            <a:off x="6488871" y="2151375"/>
            <a:ext cx="4190013" cy="4706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Immagine 20"/>
          <p:cNvPicPr/>
          <p:nvPr/>
        </p:nvPicPr>
        <p:blipFill>
          <a:blip r:embed="rId3"/>
          <a:stretch/>
        </p:blipFill>
        <p:spPr>
          <a:xfrm>
            <a:off x="3771000" y="1469520"/>
            <a:ext cx="4560840" cy="4560840"/>
          </a:xfrm>
          <a:prstGeom prst="rect">
            <a:avLst/>
          </a:prstGeom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Teaching methods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14" name="Fumetto 3 8"/>
          <p:cNvSpPr/>
          <p:nvPr/>
        </p:nvSpPr>
        <p:spPr>
          <a:xfrm>
            <a:off x="393480" y="1469520"/>
            <a:ext cx="2687400" cy="1288080"/>
          </a:xfrm>
          <a:prstGeom prst="wedgeRoundRectCallout">
            <a:avLst>
              <a:gd name="adj1" fmla="val -33669"/>
              <a:gd name="adj2" fmla="val 75601"/>
              <a:gd name="adj3" fmla="val 16667"/>
            </a:avLst>
          </a:prstGeom>
          <a:solidFill>
            <a:schemeClr val="bg1"/>
          </a:solidFill>
          <a:ln>
            <a:solidFill>
              <a:srgbClr val="DCDCDC">
                <a:lumMod val="1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it-IT" sz="2000" b="0" strike="noStrike" spc="-1">
                <a:solidFill>
                  <a:srgbClr val="000000"/>
                </a:solidFill>
                <a:latin typeface="Open Sans bold"/>
                <a:ea typeface="Open Sans bold"/>
              </a:rPr>
              <a:t>How do I learn?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215" name="Rettangolo con angoli arrotondati 15"/>
          <p:cNvSpPr/>
          <p:nvPr/>
        </p:nvSpPr>
        <p:spPr>
          <a:xfrm>
            <a:off x="1737360" y="3429000"/>
            <a:ext cx="3465720" cy="1288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EF7B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Open Sans"/>
              </a:rPr>
              <a:t>Taking advantage of the digital tools available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6" name="Rettangolo con angoli arrotondati 36"/>
          <p:cNvSpPr/>
          <p:nvPr/>
        </p:nvSpPr>
        <p:spPr>
          <a:xfrm>
            <a:off x="6988680" y="2140560"/>
            <a:ext cx="3465720" cy="1288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EF7B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Open Sans"/>
              </a:rPr>
              <a:t>Working independently at home on tasks and exercises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7" name="Rettangolo con angoli arrotondati 24"/>
          <p:cNvSpPr/>
          <p:nvPr/>
        </p:nvSpPr>
        <p:spPr>
          <a:xfrm>
            <a:off x="6506280" y="4875120"/>
            <a:ext cx="3465720" cy="1288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EF7B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8000" tIns="108000" rIns="108000" bIns="108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Open Sans"/>
              </a:rPr>
              <a:t>Working in the classroom through active participation in lessons</a:t>
            </a:r>
            <a:endParaRPr lang="it-IT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Course bibliography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2" name="Rettangolo 3"/>
          <p:cNvSpPr/>
          <p:nvPr/>
        </p:nvSpPr>
        <p:spPr>
          <a:xfrm>
            <a:off x="4368600" y="2029320"/>
            <a:ext cx="5419440" cy="3316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199"/>
              </a:spcBef>
              <a:spcAft>
                <a:spcPts val="300"/>
              </a:spcAft>
              <a:buNone/>
            </a:pPr>
            <a:r>
              <a:rPr lang="en-US" sz="2400" b="1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Course book: </a:t>
            </a:r>
            <a:endParaRPr lang="it-IT" sz="2400" b="0" strike="noStrike" spc="-1" dirty="0">
              <a:latin typeface="Arial"/>
            </a:endParaRPr>
          </a:p>
          <a:p>
            <a:pPr marR="20955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L’italiano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all’università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 </a:t>
            </a:r>
          </a:p>
          <a:p>
            <a:pPr marR="20955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Edilingua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2013 </a:t>
            </a:r>
            <a:b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(For English Speakers)</a:t>
            </a:r>
          </a:p>
          <a:p>
            <a:pPr marR="20955">
              <a:lnSpc>
                <a:spcPct val="115000"/>
              </a:lnSpc>
              <a:spcAft>
                <a:spcPts val="300"/>
              </a:spcAft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it-IT" sz="20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it-IT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ISBN:  </a:t>
            </a:r>
            <a:r>
              <a:rPr lang="it-IT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978-960-693-124-6</a:t>
            </a:r>
          </a:p>
          <a:p>
            <a:pPr>
              <a:lnSpc>
                <a:spcPct val="100000"/>
              </a:lnSpc>
              <a:buNone/>
            </a:pPr>
            <a:endParaRPr lang="it-IT" sz="2000" b="0" strike="noStrike" spc="-1" dirty="0">
              <a:highlight>
                <a:srgbClr val="FFFF00"/>
              </a:highlight>
              <a:latin typeface="Arial"/>
            </a:endParaRPr>
          </a:p>
        </p:txBody>
      </p:sp>
      <p:pic>
        <p:nvPicPr>
          <p:cNvPr id="6" name="Picture 2" descr="https://images-na.ssl-images-amazon.com/images/I/51fYJm0T-yL._SX373_BO1,204,203,200_.jpg">
            <a:extLst>
              <a:ext uri="{FF2B5EF4-FFF2-40B4-BE49-F238E27FC236}">
                <a16:creationId xmlns:a16="http://schemas.microsoft.com/office/drawing/2014/main" id="{341525AA-E77F-46F2-8002-C10100EEA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44" y="1201095"/>
            <a:ext cx="3571875" cy="475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75297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</a:rPr>
              <a:t>Students can sit the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general exam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as from the end of second semester (from May)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3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5 exam sessions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throughout the year (May-June, June-July, August-September, October, January-February)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Exam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in presence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aimed at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evaluating four skills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: reading, writing, listening and speaking, in line with international certifications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Grading: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mark out of 30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To take the exam,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registration is required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via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Open Sans"/>
                <a:ea typeface="Open Sans bold"/>
              </a:rPr>
              <a:t>yoU@B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Diary 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For detailed information, check the course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syllabus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Internal exam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226" name="Picture 20"/>
          <p:cNvPicPr/>
          <p:nvPr/>
        </p:nvPicPr>
        <p:blipFill>
          <a:blip r:embed="rId3"/>
          <a:stretch/>
        </p:blipFill>
        <p:spPr>
          <a:xfrm>
            <a:off x="8432640" y="284400"/>
            <a:ext cx="3758760" cy="5317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Exam structure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9" name="Segnaposto contenuto 1"/>
          <p:cNvSpPr/>
          <p:nvPr/>
        </p:nvSpPr>
        <p:spPr>
          <a:xfrm>
            <a:off x="457200" y="1989720"/>
            <a:ext cx="7618288" cy="96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Written part </a:t>
            </a:r>
            <a:r>
              <a:rPr lang="en-US" sz="2000" b="0" strike="noStrike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(listening, reading, writing):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90 minutes</a:t>
            </a: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00" indent="-268200"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Oral part </a:t>
            </a:r>
            <a:r>
              <a:rPr lang="en-US" sz="2000" b="0" strike="noStrike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(speaking): max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 minutes</a:t>
            </a: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0" name="Segnaposto contenuto 1"/>
          <p:cNvSpPr/>
          <p:nvPr/>
        </p:nvSpPr>
        <p:spPr>
          <a:xfrm>
            <a:off x="393480" y="3540993"/>
            <a:ext cx="10704960" cy="20074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>
              <a:lnSpc>
                <a:spcPct val="114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written exam is the same for attending and non-attending students. It </a:t>
            </a:r>
            <a:r>
              <a:rPr lang="en-US" sz="2000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digitalized and takes place on Campus from students’ laptop.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Before taking the written part, students are required to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verify well in advance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 their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</a:t>
            </a:r>
            <a:r>
              <a:rPr lang="en-US" sz="2000" b="1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equipment</a:t>
            </a:r>
            <a:r>
              <a:rPr lang="en-US" sz="2000" b="1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working correctly</a:t>
            </a: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oral</a:t>
            </a:r>
            <a:r>
              <a:rPr lang="en-US" sz="2000" b="1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</a:t>
            </a:r>
            <a:r>
              <a:rPr lang="en-US" sz="2000" b="1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follows the written part, on the same day or </a:t>
            </a:r>
            <a:r>
              <a:rPr lang="en-US" sz="2000" b="1" u="sng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following day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number of registered students is high (i.e. June). It includes different formats and contents for attending and non-attending students.</a:t>
            </a: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Oral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 part for </a:t>
            </a: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attending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 </a:t>
            </a: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students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 (75%)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8" name="Segnaposto contenuto 1"/>
          <p:cNvSpPr/>
          <p:nvPr/>
        </p:nvSpPr>
        <p:spPr>
          <a:xfrm>
            <a:off x="394560" y="1320480"/>
            <a:ext cx="289440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ct val="114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it-IT" sz="2400" b="0" strike="noStrike" spc="-1" dirty="0">
              <a:latin typeface="Arial"/>
            </a:endParaRPr>
          </a:p>
        </p:txBody>
      </p:sp>
      <p:sp>
        <p:nvSpPr>
          <p:cNvPr id="229" name="Segnaposto contenuto 1"/>
          <p:cNvSpPr/>
          <p:nvPr/>
        </p:nvSpPr>
        <p:spPr>
          <a:xfrm>
            <a:off x="457200" y="1479479"/>
            <a:ext cx="10803276" cy="14790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</a:pPr>
            <a:r>
              <a:rPr lang="en-US" sz="2400" b="1" strike="noStrike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 </a:t>
            </a: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Presenting a freely-chosen topic with Power Point</a:t>
            </a:r>
            <a:endParaRPr lang="it-IT" sz="24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</a:pPr>
            <a:r>
              <a:rPr lang="en-US" sz="2400" b="1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</a:t>
            </a: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Discussion based on topics chosen by the examiner and related to the course program</a:t>
            </a:r>
          </a:p>
          <a:p>
            <a:pPr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</a:pPr>
            <a:endParaRPr lang="en-US" sz="2400" strike="noStrike" spc="-1" dirty="0">
              <a:solidFill>
                <a:srgbClr val="16161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</a:pPr>
            <a:r>
              <a:rPr lang="en-US" sz="2400" strike="noStrike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 must demonstrate the ability to understand and respond to questions, in line with the requirements of the CEFR descriptors</a:t>
            </a:r>
            <a:endParaRPr lang="it-IT" sz="240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0" name="Segnaposto contenuto 1"/>
          <p:cNvSpPr/>
          <p:nvPr/>
        </p:nvSpPr>
        <p:spPr>
          <a:xfrm>
            <a:off x="393480" y="3540993"/>
            <a:ext cx="10704960" cy="20074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ct val="114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96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Oral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 part for non-</a:t>
            </a: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attending</a:t>
            </a:r>
            <a:r>
              <a:rPr lang="it-IT" sz="3600" spc="-1" dirty="0">
                <a:solidFill>
                  <a:srgbClr val="0046AD"/>
                </a:solidFill>
                <a:latin typeface="Open Sans bold"/>
                <a:ea typeface="Open Sans bold"/>
              </a:rPr>
              <a:t> </a:t>
            </a:r>
            <a:r>
              <a:rPr lang="it-IT" sz="3600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students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29" name="Segnaposto contenuto 1"/>
          <p:cNvSpPr/>
          <p:nvPr/>
        </p:nvSpPr>
        <p:spPr>
          <a:xfrm>
            <a:off x="457200" y="1397285"/>
            <a:ext cx="10803276" cy="1919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b="1" strike="noStrike" spc="-1" dirty="0">
                <a:solidFill>
                  <a:schemeClr val="accent6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US" sz="2400" strike="noStrike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O</a:t>
            </a: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ral presentation on a topic chosen by the student, selected from the</a:t>
            </a: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folder “Oral exam for non attending students”. If these materials are not</a:t>
            </a: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prepared well in advance, the examination cannot be conducted</a:t>
            </a: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properly</a:t>
            </a:r>
            <a:endParaRPr lang="it-IT" sz="24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b="1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</a:t>
            </a: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Discussion of one or more readings and vocabulary selected by the</a:t>
            </a: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examiner from the same folder</a:t>
            </a:r>
            <a:endParaRPr lang="en-US" sz="2400" b="1" spc="-1" dirty="0">
              <a:solidFill>
                <a:srgbClr val="0046AD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b="1" spc="-1" dirty="0">
                <a:solidFill>
                  <a:srgbClr val="0046A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</a:t>
            </a: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Discussion based on topics chosen by the examiner and related to the</a:t>
            </a:r>
          </a:p>
          <a:p>
            <a:pPr>
              <a:lnSpc>
                <a:spcPct val="114000"/>
              </a:lnSpc>
              <a:buClr>
                <a:srgbClr val="DA5D5D"/>
              </a:buClr>
              <a:buSzPct val="110000"/>
            </a:pPr>
            <a:r>
              <a:rPr lang="en-US" sz="24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course program</a:t>
            </a:r>
          </a:p>
          <a:p>
            <a:pPr>
              <a:lnSpc>
                <a:spcPct val="114000"/>
              </a:lnSpc>
              <a:spcAft>
                <a:spcPts val="1199"/>
              </a:spcAft>
              <a:buClr>
                <a:srgbClr val="DA5D5D"/>
              </a:buClr>
              <a:buSzPct val="110000"/>
            </a:pPr>
            <a:endParaRPr lang="en-US" sz="2400" strike="noStrike" spc="-1" dirty="0">
              <a:solidFill>
                <a:srgbClr val="16161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0" name="Segnaposto contenuto 1"/>
          <p:cNvSpPr/>
          <p:nvPr/>
        </p:nvSpPr>
        <p:spPr>
          <a:xfrm>
            <a:off x="393480" y="3540993"/>
            <a:ext cx="10704960" cy="20074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ct val="114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it-IT" sz="2000" b="0" strike="noStrike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87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65012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8200" indent="-268200">
              <a:lnSpc>
                <a:spcPct val="113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</a:rPr>
              <a:t>To pass the exam, students must earn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at least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a total of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18 out of 30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, and 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at least one point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in each of the four skills </a:t>
            </a:r>
            <a:r>
              <a:rPr lang="en-US" sz="2000" b="0" i="1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(listening, reading, writing, speaking)</a:t>
            </a:r>
          </a:p>
          <a:p>
            <a:pPr marL="268200" indent="-268200">
              <a:lnSpc>
                <a:spcPct val="113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spc="-1" dirty="0">
                <a:solidFill>
                  <a:srgbClr val="16161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 must demonstrate the ability to understand and respond to questions, in line with the requirements of the CEFR descriptors</a:t>
            </a:r>
            <a:endParaRPr lang="it-IT" sz="2000" spc="-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00" indent="-268200">
              <a:lnSpc>
                <a:spcPct val="113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Exam rules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F526657-9648-087E-A27E-D8FD998C49E6}"/>
              </a:ext>
            </a:extLst>
          </p:cNvPr>
          <p:cNvPicPr/>
          <p:nvPr/>
        </p:nvPicPr>
        <p:blipFill rotWithShape="1">
          <a:blip r:embed="rId3"/>
          <a:srcRect l="30322" r="30252" b="2295"/>
          <a:stretch/>
        </p:blipFill>
        <p:spPr>
          <a:xfrm>
            <a:off x="7870371" y="1760297"/>
            <a:ext cx="3243944" cy="5097703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394574" y="1320621"/>
            <a:ext cx="10849690" cy="4811238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7B00"/>
              </a:buClr>
              <a:buFont typeface="Wingdings" panose="05000000000000000000" pitchFamily="2" charset="2"/>
              <a:buChar char="§"/>
            </a:pPr>
            <a:r>
              <a:rPr lang="it-IT" dirty="0">
                <a:latin typeface="+mj-lt"/>
              </a:rPr>
              <a:t>At the </a:t>
            </a:r>
            <a:r>
              <a:rPr lang="it-IT" b="1" dirty="0">
                <a:latin typeface="+mj-lt"/>
              </a:rPr>
              <a:t>beginning</a:t>
            </a:r>
            <a:r>
              <a:rPr lang="it-IT" dirty="0">
                <a:latin typeface="+mj-lt"/>
              </a:rPr>
              <a:t> of </a:t>
            </a:r>
            <a:r>
              <a:rPr lang="it-IT" dirty="0" err="1">
                <a:latin typeface="+mj-lt"/>
              </a:rPr>
              <a:t>each</a:t>
            </a:r>
            <a:r>
              <a:rPr lang="it-IT" dirty="0">
                <a:latin typeface="+mj-lt"/>
              </a:rPr>
              <a:t> lecture, </a:t>
            </a:r>
            <a:r>
              <a:rPr lang="it-IT" dirty="0" err="1">
                <a:latin typeface="+mj-lt"/>
              </a:rPr>
              <a:t>you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will</a:t>
            </a:r>
            <a:r>
              <a:rPr lang="it-IT" dirty="0">
                <a:latin typeface="+mj-lt"/>
              </a:rPr>
              <a:t> be </a:t>
            </a:r>
            <a:r>
              <a:rPr lang="it-IT" dirty="0" err="1">
                <a:latin typeface="+mj-lt"/>
              </a:rPr>
              <a:t>requested</a:t>
            </a:r>
            <a:r>
              <a:rPr lang="it-IT" dirty="0">
                <a:latin typeface="+mj-lt"/>
              </a:rPr>
              <a:t> to </a:t>
            </a:r>
            <a:r>
              <a:rPr lang="it-IT" b="1" dirty="0">
                <a:solidFill>
                  <a:srgbClr val="EF7B00"/>
                </a:solidFill>
                <a:latin typeface="+mj-lt"/>
                <a:ea typeface="Open Sans bold" pitchFamily="2" charset="0"/>
                <a:cs typeface="Open Sans bold" pitchFamily="2" charset="0"/>
              </a:rPr>
              <a:t>register </a:t>
            </a:r>
            <a:r>
              <a:rPr lang="it-IT" b="1" dirty="0" err="1">
                <a:solidFill>
                  <a:srgbClr val="EF7B00"/>
                </a:solidFill>
                <a:latin typeface="+mj-lt"/>
                <a:ea typeface="Open Sans bold" pitchFamily="2" charset="0"/>
                <a:cs typeface="Open Sans bold" pitchFamily="2" charset="0"/>
              </a:rPr>
              <a:t>your</a:t>
            </a:r>
            <a:r>
              <a:rPr lang="it-IT" b="1" dirty="0">
                <a:solidFill>
                  <a:srgbClr val="EF7B00"/>
                </a:solidFill>
                <a:latin typeface="+mj-lt"/>
                <a:ea typeface="Open Sans bold" pitchFamily="2" charset="0"/>
                <a:cs typeface="Open Sans bold" pitchFamily="2" charset="0"/>
              </a:rPr>
              <a:t> </a:t>
            </a:r>
            <a:r>
              <a:rPr lang="it-IT" b="1" dirty="0" err="1">
                <a:solidFill>
                  <a:srgbClr val="EF7B00"/>
                </a:solidFill>
                <a:latin typeface="+mj-lt"/>
                <a:ea typeface="Open Sans bold" pitchFamily="2" charset="0"/>
                <a:cs typeface="Open Sans bold" pitchFamily="2" charset="0"/>
              </a:rPr>
              <a:t>attendance</a:t>
            </a:r>
            <a:r>
              <a:rPr lang="it-IT" b="1" dirty="0">
                <a:solidFill>
                  <a:srgbClr val="EF7B00"/>
                </a:solidFill>
                <a:latin typeface="+mj-lt"/>
                <a:ea typeface="Open Sans bold" pitchFamily="2" charset="0"/>
                <a:cs typeface="Open Sans bold" pitchFamily="2" charset="0"/>
              </a:rPr>
              <a:t>. </a:t>
            </a:r>
            <a:r>
              <a:rPr lang="en-US" dirty="0">
                <a:solidFill>
                  <a:prstClr val="black"/>
                </a:solidFill>
                <a:latin typeface="+mj-lt"/>
              </a:rPr>
              <a:t>This is very important for the organization and monitoring of teachings. Registration is under the responsibility </a:t>
            </a:r>
            <a:r>
              <a:rPr lang="en-US" b="1" dirty="0">
                <a:solidFill>
                  <a:prstClr val="black"/>
                </a:solidFill>
                <a:latin typeface="+mj-lt"/>
              </a:rPr>
              <a:t>of the student. </a:t>
            </a:r>
            <a:r>
              <a:rPr lang="en-US" dirty="0">
                <a:solidFill>
                  <a:prstClr val="black"/>
                </a:solidFill>
                <a:latin typeface="+mj-lt"/>
              </a:rPr>
              <a:t>You can </a:t>
            </a:r>
            <a:r>
              <a:rPr lang="en-US" b="1" dirty="0">
                <a:solidFill>
                  <a:prstClr val="black"/>
                </a:solidFill>
                <a:latin typeface="+mj-lt"/>
              </a:rPr>
              <a:t>check your records</a:t>
            </a:r>
            <a:r>
              <a:rPr lang="en-US" dirty="0">
                <a:solidFill>
                  <a:prstClr val="black"/>
                </a:solidFill>
                <a:latin typeface="+mj-lt"/>
              </a:rPr>
              <a:t>, in real time, through the </a:t>
            </a:r>
            <a:r>
              <a:rPr lang="en-US" dirty="0" err="1">
                <a:solidFill>
                  <a:prstClr val="black"/>
                </a:solidFill>
                <a:latin typeface="+mj-lt"/>
              </a:rPr>
              <a:t>yoU@B</a:t>
            </a:r>
            <a:r>
              <a:rPr lang="en-US" dirty="0">
                <a:solidFill>
                  <a:prstClr val="black"/>
                </a:solidFill>
                <a:latin typeface="+mj-lt"/>
              </a:rPr>
              <a:t> Diary </a:t>
            </a: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7B0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prstClr val="black"/>
              </a:solidFill>
              <a:latin typeface="+mj-lt"/>
            </a:endParaRP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7B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+mj-lt"/>
              </a:rPr>
              <a:t>Students who attend 75% of classes are considered “attending students”, which entails a</a:t>
            </a:r>
            <a:r>
              <a:rPr lang="en-US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different format in the </a:t>
            </a:r>
            <a:r>
              <a:rPr lang="en-US" b="1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speaking part</a:t>
            </a:r>
            <a:r>
              <a:rPr lang="en-US" spc="-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compared to non-attending students (see Slide 11 </a:t>
            </a:r>
            <a:r>
              <a:rPr lang="en-US" spc="-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Syllabus) </a:t>
            </a:r>
            <a:endParaRPr lang="en-US" dirty="0">
              <a:solidFill>
                <a:prstClr val="black"/>
              </a:solidFill>
              <a:latin typeface="+mj-lt"/>
            </a:endParaRP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7B00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prstClr val="black"/>
              </a:solidFill>
              <a:latin typeface="+mj-lt"/>
            </a:endParaRPr>
          </a:p>
          <a:p>
            <a:pPr marL="355600" indent="-355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7B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be considered attending students, it is not sufficient to be physically present in class; active and engaged participation in class activities is required, including taking part in pair or group work and completing the assigned exercises.”</a:t>
            </a:r>
            <a:endParaRPr lang="en-US" dirty="0">
              <a:solidFill>
                <a:prstClr val="black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 registration</a:t>
            </a:r>
          </a:p>
        </p:txBody>
      </p:sp>
    </p:spTree>
    <p:extLst>
      <p:ext uri="{BB962C8B-B14F-4D97-AF65-F5344CB8AC3E}">
        <p14:creationId xmlns:p14="http://schemas.microsoft.com/office/powerpoint/2010/main" val="94643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6208920" cy="485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8200" indent="-268200">
              <a:lnSpc>
                <a:spcPct val="120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</a:rPr>
              <a:t>As an alternative to the </a:t>
            </a: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internal exam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, it is possible to recognize a</a:t>
            </a:r>
            <a:r>
              <a:rPr lang="en-GB" sz="2000" b="1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</a:t>
            </a: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language</a:t>
            </a:r>
            <a:r>
              <a:rPr lang="en-GB" sz="2000" b="1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</a:t>
            </a: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certification</a:t>
            </a:r>
            <a:r>
              <a:rPr lang="en-GB" sz="2000" b="1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out of those accepted by the Language Center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20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Requests can be submitted through the language certification recognition procedure available in the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Open Sans"/>
                <a:ea typeface="Open Sans bold"/>
              </a:rPr>
              <a:t>yoU@B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Open Sans"/>
                <a:ea typeface="Open Sans bold"/>
              </a:rPr>
              <a:t>Diary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 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- “Language Center” widget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20000"/>
              </a:lnSpc>
              <a:spcAft>
                <a:spcPts val="1199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Detailed instructions, rules and conversion tables are available at </a:t>
            </a:r>
            <a:r>
              <a:rPr lang="it-IT" sz="2000" b="0" u="sng" strike="noStrike" spc="-1" dirty="0">
                <a:solidFill>
                  <a:srgbClr val="0000FF"/>
                </a:solidFill>
                <a:uFillTx/>
                <a:latin typeface="Open Sans"/>
                <a:ea typeface="Open Sans bold"/>
                <a:hlinkClick r:id="rId3"/>
              </a:rPr>
              <a:t>unibocconi.eu/</a:t>
            </a:r>
            <a:r>
              <a:rPr lang="it-IT" sz="2000" b="0" u="sng" strike="noStrike" spc="-1" dirty="0" err="1">
                <a:solidFill>
                  <a:srgbClr val="0000FF"/>
                </a:solidFill>
                <a:uFillTx/>
                <a:latin typeface="Open Sans"/>
                <a:ea typeface="Open Sans bold"/>
                <a:hlinkClick r:id="rId3"/>
              </a:rPr>
              <a:t>languagecenter</a:t>
            </a:r>
            <a:r>
              <a:rPr lang="it-IT" sz="2000" b="1" strike="noStrike" spc="-1" dirty="0">
                <a:solidFill>
                  <a:srgbClr val="05439D"/>
                </a:solidFill>
                <a:latin typeface="Open Sans"/>
                <a:ea typeface="Open Sans bold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&gt; </a:t>
            </a:r>
            <a:r>
              <a:rPr lang="en-GB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Language Certification Recognition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>
              <a:lnSpc>
                <a:spcPct val="120000"/>
              </a:lnSpc>
              <a:spcAft>
                <a:spcPts val="1199"/>
              </a:spcAft>
              <a:buNone/>
            </a:pP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>
              <a:lnSpc>
                <a:spcPct val="120000"/>
              </a:lnSpc>
              <a:spcAft>
                <a:spcPts val="1199"/>
              </a:spcAft>
              <a:buNone/>
            </a:pP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Recognized</a:t>
            </a:r>
            <a:r>
              <a:rPr lang="it-IT" sz="3600" b="0" strike="noStrike" spc="-1" dirty="0">
                <a:solidFill>
                  <a:srgbClr val="0046AD"/>
                </a:solidFill>
                <a:latin typeface="Open Sans bold"/>
                <a:ea typeface="Open Sans bold"/>
              </a:rPr>
              <a:t> </a:t>
            </a:r>
            <a:r>
              <a:rPr lang="it-IT" sz="3600" b="0" strike="noStrike" spc="-1" dirty="0" err="1">
                <a:solidFill>
                  <a:srgbClr val="0046AD"/>
                </a:solidFill>
                <a:latin typeface="Open Sans bold"/>
                <a:ea typeface="Open Sans bold"/>
              </a:rPr>
              <a:t>certifications</a:t>
            </a:r>
            <a:endParaRPr lang="en-US" sz="36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2" name="Immagine 1" descr="Immagine che contiene persona, uomo, braccio&#10;&#10;Descrizione generata automaticamente">
            <a:extLst>
              <a:ext uri="{FF2B5EF4-FFF2-40B4-BE49-F238E27FC236}">
                <a16:creationId xmlns:a16="http://schemas.microsoft.com/office/drawing/2014/main" id="{829CD154-9CFF-932E-A141-0B91F38DC9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4532" y="1795153"/>
            <a:ext cx="3780000" cy="5062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/>
          </p:nvPr>
        </p:nvSpPr>
        <p:spPr>
          <a:xfrm>
            <a:off x="394560" y="1311120"/>
            <a:ext cx="601848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8200" indent="-268200">
              <a:lnSpc>
                <a:spcPct val="114000"/>
              </a:lnSpc>
              <a:spcAft>
                <a:spcPts val="1800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>
                <a:solidFill>
                  <a:srgbClr val="000000"/>
                </a:solidFill>
                <a:latin typeface="Open Sans"/>
              </a:rPr>
              <a:t>Attend and participate in the lectures</a:t>
            </a:r>
            <a:endParaRPr lang="en-US" sz="2000" b="0" strike="noStrike" spc="-1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800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>
                <a:solidFill>
                  <a:srgbClr val="000000"/>
                </a:solidFill>
                <a:latin typeface="Open Sans"/>
              </a:rPr>
              <a:t>Complete the suggested tasks and exercises</a:t>
            </a:r>
            <a:endParaRPr lang="en-US" sz="2000" b="0" strike="noStrike" spc="-1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1800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>
                <a:solidFill>
                  <a:srgbClr val="000000"/>
                </a:solidFill>
                <a:latin typeface="Open Sans"/>
              </a:rPr>
              <a:t>Use the multimedia materials available</a:t>
            </a:r>
            <a:endParaRPr lang="en-US" sz="2000" b="0" strike="noStrike" spc="-1">
              <a:solidFill>
                <a:srgbClr val="000000"/>
              </a:solidFill>
              <a:latin typeface="Roboto Slab Light"/>
            </a:endParaRPr>
          </a:p>
          <a:p>
            <a:pPr>
              <a:lnSpc>
                <a:spcPct val="114000"/>
              </a:lnSpc>
              <a:spcAft>
                <a:spcPts val="1800"/>
              </a:spcAft>
              <a:buNone/>
            </a:pPr>
            <a:endParaRPr lang="en-US" sz="2400" b="0" strike="noStrike" spc="-1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Advice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  <p:pic>
        <p:nvPicPr>
          <p:cNvPr id="244" name="Immagine 3"/>
          <p:cNvPicPr/>
          <p:nvPr/>
        </p:nvPicPr>
        <p:blipFill>
          <a:blip r:embed="rId3"/>
          <a:stretch/>
        </p:blipFill>
        <p:spPr>
          <a:xfrm>
            <a:off x="6413400" y="2108520"/>
            <a:ext cx="3714480" cy="2640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394560" y="1320480"/>
            <a:ext cx="778392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68200" indent="-268200">
              <a:lnSpc>
                <a:spcPct val="114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 dirty="0">
                <a:solidFill>
                  <a:srgbClr val="000000"/>
                </a:solidFill>
                <a:latin typeface="Open Sans"/>
              </a:rPr>
              <a:t>Professor: </a:t>
            </a:r>
            <a:r>
              <a:rPr lang="it-IT" sz="2000" spc="-1" dirty="0">
                <a:solidFill>
                  <a:srgbClr val="000000"/>
                </a:solidFill>
                <a:latin typeface="Open Sans"/>
              </a:rPr>
              <a:t>alessandra.malabarba@unibocconi.it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</a:rPr>
              <a:t>Office hour calendar and booking: </a:t>
            </a:r>
            <a:r>
              <a:rPr lang="it-IT" sz="2000" b="1" strike="noStrike" spc="-1" dirty="0" err="1">
                <a:solidFill>
                  <a:srgbClr val="0046AD"/>
                </a:solidFill>
                <a:latin typeface="Open Sans"/>
                <a:ea typeface="Open Sans bold"/>
              </a:rPr>
              <a:t>yoU@B</a:t>
            </a:r>
            <a:r>
              <a:rPr lang="it-IT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 </a:t>
            </a:r>
            <a:r>
              <a:rPr lang="it-IT" sz="2000" b="1" strike="noStrike" spc="-1" dirty="0" err="1">
                <a:solidFill>
                  <a:srgbClr val="0046AD"/>
                </a:solidFill>
                <a:latin typeface="Open Sans"/>
                <a:ea typeface="Open Sans bold"/>
              </a:rPr>
              <a:t>Diary</a:t>
            </a:r>
            <a:r>
              <a:rPr lang="it-IT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 </a:t>
            </a:r>
            <a:r>
              <a:rPr lang="en-US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- “Faculty Office Hours” </a:t>
            </a: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section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Language Center website: </a:t>
            </a:r>
            <a:r>
              <a:rPr lang="it-IT" sz="2000" b="0" u="sng" strike="noStrike" spc="-1" dirty="0">
                <a:solidFill>
                  <a:srgbClr val="000080"/>
                </a:solidFill>
                <a:uFillTx/>
                <a:latin typeface="Open Sans"/>
                <a:ea typeface="Open Sans bold"/>
                <a:hlinkClick r:id="rId3"/>
              </a:rPr>
              <a:t>unibocconi.eu/</a:t>
            </a:r>
            <a:r>
              <a:rPr lang="it-IT" sz="2000" b="0" u="sng" strike="noStrike" spc="-1" dirty="0" err="1">
                <a:solidFill>
                  <a:srgbClr val="000080"/>
                </a:solidFill>
                <a:uFillTx/>
                <a:latin typeface="Open Sans"/>
                <a:ea typeface="Open Sans bold"/>
                <a:hlinkClick r:id="rId3"/>
              </a:rPr>
              <a:t>languagecenter</a:t>
            </a:r>
            <a:r>
              <a:rPr lang="it-IT" sz="2000" b="0" strike="noStrike" spc="-1" dirty="0">
                <a:solidFill>
                  <a:srgbClr val="05439D"/>
                </a:solidFill>
                <a:latin typeface="Open Sans"/>
                <a:ea typeface="Open Sans bold"/>
              </a:rPr>
              <a:t>  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  <a:p>
            <a:pPr marL="268200" indent="-268200">
              <a:lnSpc>
                <a:spcPct val="114000"/>
              </a:lnSpc>
              <a:spcAft>
                <a:spcPts val="2401"/>
              </a:spcAft>
              <a:buClr>
                <a:srgbClr val="DA5D5D"/>
              </a:buClr>
              <a:buSzPct val="110000"/>
              <a:buFont typeface="Wingdings" charset="2"/>
              <a:buChar char=""/>
            </a:pP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For further information check the FAQs and contact the Language Center via the </a:t>
            </a:r>
            <a:r>
              <a:rPr lang="it-IT" sz="2000" b="1" strike="noStrike" spc="-1" dirty="0">
                <a:solidFill>
                  <a:srgbClr val="0046AD"/>
                </a:solidFill>
                <a:latin typeface="Open Sans"/>
                <a:ea typeface="Open Sans bold"/>
              </a:rPr>
              <a:t>B in Touch 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(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Open Sans"/>
                <a:ea typeface="Open Sans bold"/>
              </a:rPr>
              <a:t>yoU@B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Open Sans"/>
                <a:ea typeface="Open Sans bold"/>
              </a:rPr>
              <a:t>Diary</a:t>
            </a:r>
            <a:r>
              <a:rPr lang="it-IT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) </a:t>
            </a:r>
            <a:r>
              <a:rPr lang="en-GB" sz="2000" b="0" strike="noStrike" spc="-1" dirty="0">
                <a:solidFill>
                  <a:srgbClr val="000000"/>
                </a:solidFill>
                <a:latin typeface="Open Sans"/>
                <a:ea typeface="Open Sans bold"/>
              </a:rPr>
              <a:t>procedure</a:t>
            </a:r>
            <a:br>
              <a:rPr sz="2000" dirty="0"/>
            </a:br>
            <a:r>
              <a:rPr lang="it-IT" sz="2000" b="0" strike="noStrike" spc="-1" dirty="0">
                <a:solidFill>
                  <a:srgbClr val="000000"/>
                </a:solidFill>
                <a:latin typeface="Open Sans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Roboto Slab Light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title"/>
          </p:nvPr>
        </p:nvSpPr>
        <p:spPr>
          <a:xfrm>
            <a:off x="393480" y="478800"/>
            <a:ext cx="11279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it-IT" sz="3600" b="0" strike="noStrike" spc="-1">
                <a:solidFill>
                  <a:srgbClr val="0046AD"/>
                </a:solidFill>
                <a:latin typeface="Open Sans bold"/>
                <a:ea typeface="Open Sans bold"/>
              </a:rPr>
              <a:t>Info &amp; contacts</a:t>
            </a:r>
            <a:endParaRPr lang="en-US" sz="3600" b="0" strike="noStrike" spc="-1">
              <a:solidFill>
                <a:srgbClr val="000000"/>
              </a:solidFill>
              <a:latin typeface="Roboto Slab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6AD"/>
      </a:dk2>
      <a:lt2>
        <a:srgbClr val="DCDCDC"/>
      </a:lt2>
      <a:accent1>
        <a:srgbClr val="DA5D5D"/>
      </a:accent1>
      <a:accent2>
        <a:srgbClr val="40B3BC"/>
      </a:accent2>
      <a:accent3>
        <a:srgbClr val="40B273"/>
      </a:accent3>
      <a:accent4>
        <a:srgbClr val="998BB8"/>
      </a:accent4>
      <a:accent5>
        <a:srgbClr val="FFA240"/>
      </a:accent5>
      <a:accent6>
        <a:srgbClr val="4B92F9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6AD"/>
      </a:dk2>
      <a:lt2>
        <a:srgbClr val="DCDCDC"/>
      </a:lt2>
      <a:accent1>
        <a:srgbClr val="DA5D5D"/>
      </a:accent1>
      <a:accent2>
        <a:srgbClr val="40B3BC"/>
      </a:accent2>
      <a:accent3>
        <a:srgbClr val="40B273"/>
      </a:accent3>
      <a:accent4>
        <a:srgbClr val="998BB8"/>
      </a:accent4>
      <a:accent5>
        <a:srgbClr val="FFA240"/>
      </a:accent5>
      <a:accent6>
        <a:srgbClr val="4B92F9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Bocconi PPT-29mag2017">
      <a:dk1>
        <a:sysClr val="windowText" lastClr="000000"/>
      </a:dk1>
      <a:lt1>
        <a:sysClr val="window" lastClr="FFFFFF"/>
      </a:lt1>
      <a:dk2>
        <a:srgbClr val="0046AD"/>
      </a:dk2>
      <a:lt2>
        <a:srgbClr val="DCDCDC"/>
      </a:lt2>
      <a:accent1>
        <a:srgbClr val="DA5D5D"/>
      </a:accent1>
      <a:accent2>
        <a:srgbClr val="40B3BC"/>
      </a:accent2>
      <a:accent3>
        <a:srgbClr val="40B273"/>
      </a:accent3>
      <a:accent4>
        <a:srgbClr val="998BB8"/>
      </a:accent4>
      <a:accent5>
        <a:srgbClr val="FFA240"/>
      </a:accent5>
      <a:accent6>
        <a:srgbClr val="4B92F9"/>
      </a:accent6>
      <a:hlink>
        <a:srgbClr val="0000FF"/>
      </a:hlink>
      <a:folHlink>
        <a:srgbClr val="800080"/>
      </a:folHlink>
    </a:clrScheme>
    <a:fontScheme name="Bocconi 2017">
      <a:majorFont>
        <a:latin typeface="Open Sans"/>
        <a:ea typeface=""/>
        <a:cs typeface=""/>
      </a:majorFont>
      <a:minorFont>
        <a:latin typeface="Roboto Slab Light"/>
        <a:ea typeface=""/>
        <a:cs typeface=""/>
      </a:minorFont>
    </a:fontScheme>
    <a:fmtScheme name="Solidi sottili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b" anchorCtr="0">
        <a:spAutoFit/>
      </a:bodyPr>
      <a:lstStyle>
        <a:defPPr>
          <a:defRPr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Bocconi PPT-29mag2017">
      <a:dk1>
        <a:sysClr val="windowText" lastClr="000000"/>
      </a:dk1>
      <a:lt1>
        <a:sysClr val="window" lastClr="FFFFFF"/>
      </a:lt1>
      <a:dk2>
        <a:srgbClr val="0046AD"/>
      </a:dk2>
      <a:lt2>
        <a:srgbClr val="DCDCDC"/>
      </a:lt2>
      <a:accent1>
        <a:srgbClr val="DA5D5D"/>
      </a:accent1>
      <a:accent2>
        <a:srgbClr val="40B3BC"/>
      </a:accent2>
      <a:accent3>
        <a:srgbClr val="40B273"/>
      </a:accent3>
      <a:accent4>
        <a:srgbClr val="998BB8"/>
      </a:accent4>
      <a:accent5>
        <a:srgbClr val="FFA240"/>
      </a:accent5>
      <a:accent6>
        <a:srgbClr val="4B92F9"/>
      </a:accent6>
      <a:hlink>
        <a:srgbClr val="0000FF"/>
      </a:hlink>
      <a:folHlink>
        <a:srgbClr val="800080"/>
      </a:folHlink>
    </a:clrScheme>
    <a:fontScheme name="Bocconi 2017">
      <a:majorFont>
        <a:latin typeface="Open Sans"/>
        <a:ea typeface=""/>
        <a:cs typeface=""/>
      </a:majorFont>
      <a:minorFont>
        <a:latin typeface="Roboto Slab Light"/>
        <a:ea typeface=""/>
        <a:cs typeface=""/>
      </a:minorFont>
    </a:fontScheme>
    <a:fmtScheme name="Solidi sottili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b" anchorCtr="0">
        <a:spAutoFit/>
      </a:bodyPr>
      <a:lstStyle>
        <a:defPPr>
          <a:defRPr smtClean="0"/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6AD"/>
      </a:dk2>
      <a:lt2>
        <a:srgbClr val="DCDCDC"/>
      </a:lt2>
      <a:accent1>
        <a:srgbClr val="DA5D5D"/>
      </a:accent1>
      <a:accent2>
        <a:srgbClr val="40B3BC"/>
      </a:accent2>
      <a:accent3>
        <a:srgbClr val="40B273"/>
      </a:accent3>
      <a:accent4>
        <a:srgbClr val="998BB8"/>
      </a:accent4>
      <a:accent5>
        <a:srgbClr val="FFA240"/>
      </a:accent5>
      <a:accent6>
        <a:srgbClr val="4B92F9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EE9159D88CA6448B72293A3F058578" ma:contentTypeVersion="33" ma:contentTypeDescription="Create a new document." ma:contentTypeScope="" ma:versionID="e5975498fc03d3f1660b076f9b4a4fd9">
  <xsd:schema xmlns:xsd="http://www.w3.org/2001/XMLSchema" xmlns:xs="http://www.w3.org/2001/XMLSchema" xmlns:p="http://schemas.microsoft.com/office/2006/metadata/properties" xmlns:ns2="33142626-6d95-469b-9497-d2c72499d732" xmlns:ns3="753a9481-f663-4a13-9b1b-870ea0938aa2" targetNamespace="http://schemas.microsoft.com/office/2006/metadata/properties" ma:root="true" ma:fieldsID="56847cdef6f0ee9e94407818f1662a1c" ns2:_="" ns3:_="">
    <xsd:import namespace="33142626-6d95-469b-9497-d2c72499d732"/>
    <xsd:import namespace="753a9481-f663-4a13-9b1b-870ea0938a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142626-6d95-469b-9497-d2c72499d7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description="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description="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description="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b737b4c-a8da-4a75-ad10-761ea96929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description="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a9481-f663-4a13-9b1b-870ea0938a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description="" ma:hidden="true" ma:list="{4c8464f7-a07e-4566-b564-4e9284290c33}" ma:internalName="TaxCatchAll" ma:readOnly="false" ma:showField="CatchAllData" ma:web="753a9481-f663-4a13-9b1b-870ea0938a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3a9481-f663-4a13-9b1b-870ea0938aa2" xsi:nil="true"/>
    <lcf76f155ced4ddcb4097134ff3c332f xmlns="33142626-6d95-469b-9497-d2c72499d7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CF3727-DB81-46D2-9DA4-C3F32956A7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142626-6d95-469b-9497-d2c72499d732"/>
    <ds:schemaRef ds:uri="753a9481-f663-4a13-9b1b-870ea0938a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7C3C58-839D-4361-8E30-330949BA54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8F4647-705D-4452-A84C-D5834763955C}">
  <ds:schemaRefs>
    <ds:schemaRef ds:uri="753a9481-f663-4a13-9b1b-870ea0938aa2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33142626-6d95-469b-9497-d2c72499d73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322</TotalTime>
  <Words>986</Words>
  <Application>Microsoft Office PowerPoint</Application>
  <PresentationFormat>Widescreen</PresentationFormat>
  <Paragraphs>100</Paragraphs>
  <Slides>16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16</vt:i4>
      </vt:variant>
    </vt:vector>
  </HeadingPairs>
  <TitlesOfParts>
    <vt:vector size="30" baseType="lpstr">
      <vt:lpstr>Arial</vt:lpstr>
      <vt:lpstr>Calibri</vt:lpstr>
      <vt:lpstr>Lucida Grande</vt:lpstr>
      <vt:lpstr>Open Sans</vt:lpstr>
      <vt:lpstr>Open Sans bold</vt:lpstr>
      <vt:lpstr>Open Sans Semibold</vt:lpstr>
      <vt:lpstr>Roboto Slab Light</vt:lpstr>
      <vt:lpstr>Roboto Slab Regular</vt:lpstr>
      <vt:lpstr>Times New Roman</vt:lpstr>
      <vt:lpstr>Wingdings</vt:lpstr>
      <vt:lpstr>Office Theme</vt:lpstr>
      <vt:lpstr>Office Theme</vt:lpstr>
      <vt:lpstr>1_Office Theme</vt:lpstr>
      <vt:lpstr>2_Office Theme</vt:lpstr>
      <vt:lpstr>ITALIAN Second Language</vt:lpstr>
      <vt:lpstr>Course objectives</vt:lpstr>
      <vt:lpstr>Prerequisites</vt:lpstr>
      <vt:lpstr> Altissia</vt:lpstr>
      <vt:lpstr>Course structure: 48 hours</vt:lpstr>
      <vt:lpstr>Teaching methods</vt:lpstr>
      <vt:lpstr>Course bibliography</vt:lpstr>
      <vt:lpstr>Internal exam</vt:lpstr>
      <vt:lpstr>Exam structure</vt:lpstr>
      <vt:lpstr>Oral part for attending students (75%)</vt:lpstr>
      <vt:lpstr>Oral part for non-attending students</vt:lpstr>
      <vt:lpstr>Exam rules</vt:lpstr>
      <vt:lpstr>Attendance registration</vt:lpstr>
      <vt:lpstr>Recognized certifications</vt:lpstr>
      <vt:lpstr>Advice</vt:lpstr>
      <vt:lpstr>Info &amp; contacts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al corso</dc:title>
  <dc:subject/>
  <dc:creator>Università Bocconi - Language Center</dc:creator>
  <dc:description/>
  <cp:lastModifiedBy>webleporale@gmail.com</cp:lastModifiedBy>
  <cp:revision>256</cp:revision>
  <dcterms:created xsi:type="dcterms:W3CDTF">2017-10-18T16:08:32Z</dcterms:created>
  <dcterms:modified xsi:type="dcterms:W3CDTF">2026-01-31T08:53:51Z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0x01010073EE9159D88CA6448B72293A3F058578</vt:lpwstr>
  </property>
  <property fmtid="{D5CDD505-2E9C-101B-9397-08002B2CF9AE}" pid="3" name="Notes">
    <vt:i4>14</vt:i4>
  </property>
  <property fmtid="{D5CDD505-2E9C-101B-9397-08002B2CF9AE}" pid="4" name="PresentationFormat">
    <vt:lpwstr>Widescreen</vt:lpwstr>
  </property>
  <property fmtid="{D5CDD505-2E9C-101B-9397-08002B2CF9AE}" pid="5" name="Slides">
    <vt:i4>18</vt:i4>
  </property>
</Properties>
</file>